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FFFEC71_D76412E6.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692" r:id="rId6"/>
  </p:sldMasterIdLst>
  <p:notesMasterIdLst>
    <p:notesMasterId r:id="rId28"/>
  </p:notesMasterIdLst>
  <p:sldIdLst>
    <p:sldId id="2147479349" r:id="rId7"/>
    <p:sldId id="2147479364" r:id="rId8"/>
    <p:sldId id="2147478580" r:id="rId9"/>
    <p:sldId id="2147478620" r:id="rId10"/>
    <p:sldId id="2147478586" r:id="rId11"/>
    <p:sldId id="2147472614" r:id="rId12"/>
    <p:sldId id="2147478621" r:id="rId13"/>
    <p:sldId id="2147479359" r:id="rId14"/>
    <p:sldId id="2147479347" r:id="rId15"/>
    <p:sldId id="2147479345" r:id="rId16"/>
    <p:sldId id="2147479346" r:id="rId17"/>
    <p:sldId id="2147479360" r:id="rId18"/>
    <p:sldId id="2147472790" r:id="rId19"/>
    <p:sldId id="2147479361" r:id="rId20"/>
    <p:sldId id="2147479355" r:id="rId21"/>
    <p:sldId id="2147479353" r:id="rId22"/>
    <p:sldId id="2147478641" r:id="rId23"/>
    <p:sldId id="2147479365" r:id="rId24"/>
    <p:sldId id="2147478670" r:id="rId25"/>
    <p:sldId id="2147479354" r:id="rId26"/>
    <p:sldId id="214747935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Vasiliy (10 mins.)" id="{54FB1F42-124F-45BF-8F36-4DA803665B1D}">
          <p14:sldIdLst>
            <p14:sldId id="2147479349"/>
            <p14:sldId id="2147479364"/>
            <p14:sldId id="2147478580"/>
            <p14:sldId id="2147478620"/>
            <p14:sldId id="2147478586"/>
            <p14:sldId id="2147472614"/>
            <p14:sldId id="2147478621"/>
            <p14:sldId id="2147479359"/>
          </p14:sldIdLst>
        </p14:section>
        <p14:section name="- Martin (6-8 mins.)" id="{FC4385B3-FB6F-462E-8916-A3BE80DA100F}">
          <p14:sldIdLst>
            <p14:sldId id="2147479347"/>
            <p14:sldId id="2147479345"/>
            <p14:sldId id="2147479346"/>
          </p14:sldIdLst>
        </p14:section>
        <p14:section name="- Vasiliy (10 mins.)" id="{BD5CCFA7-B0E8-4D44-905C-50E608B0E274}">
          <p14:sldIdLst>
            <p14:sldId id="2147479360"/>
            <p14:sldId id="2147472790"/>
            <p14:sldId id="2147479361"/>
            <p14:sldId id="2147479355"/>
            <p14:sldId id="2147479353"/>
            <p14:sldId id="2147478641"/>
            <p14:sldId id="2147479365"/>
            <p14:sldId id="2147478670"/>
            <p14:sldId id="2147479354"/>
            <p14:sldId id="2147479357"/>
          </p14:sldIdLst>
        </p14:section>
        <p14:section name="DELETE" id="{8EEDD19C-9CC0-4E3E-BB00-61BEBA12D72E}">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EAFAB05-9A31-AB42-AB32-A4E7FC0AC7FD}" name="Artem Slobolinskyi" initials="AS" userId="S::artem.s@xperience.lv::18e58df3-e256-4be1-b155-c8e086daed83" providerId="AD"/>
  <p188:author id="{0D02473F-3BC1-C769-8B0B-1D955B29E884}" name="Varun Nehra" initials="VN" userId="S::varun.nehra@altudo.co::269733c3-6584-490e-90a9-4a35aa483e21" providerId="AD"/>
  <p188:author id="{C882623F-F31F-145A-B501-3CFA3EFCD398}" name="Pavels Semencuks" initials="PS" userId="S::pavels.s@xperience.lv::a39f2a38-5d6a-4669-97b8-f5f77ddad0e2" providerId="AD"/>
  <p188:author id="{EE1D0A79-F976-97B7-E2E8-24EFA54D5508}" name="Ashish Kapoor" initials="AK" userId="S::ashish.kapoor@altudo.co::0ae264c0-b42b-482b-9132-ef852fc559e2" providerId="AD"/>
  <p188:author id="{4D1F1BA8-2462-1DA4-CE0D-7B71371CC266}" name="Vasiliy Fomichev" initials="VF" userId="3c67ea668f6df32e" providerId="Windows Live"/>
  <p188:author id="{7C20F2C9-B478-FD8C-DEC8-BF8C6EFC7FB2}" name="Vasiliy Fomichev" initials="VF" userId="S::vasiliy.fomichev@altudo.co::a75069fb-6827-41cd-93f7-5cc4c5637130" providerId="AD"/>
  <p188:author id="{FA35A2E9-6225-0C35-A455-141839EF7266}" name="Radoj Glisik" initials="" userId="S::radoj@zontdigital.com::07ef3274-fa3e-4367-8815-11e422837e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8321"/>
    <a:srgbClr val="2E2E2E"/>
    <a:srgbClr val="515152"/>
    <a:srgbClr val="72B12F"/>
    <a:srgbClr val="72A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98" autoAdjust="0"/>
  </p:normalViewPr>
  <p:slideViewPr>
    <p:cSldViewPr snapToGrid="0">
      <p:cViewPr varScale="1">
        <p:scale>
          <a:sx n="137" d="100"/>
          <a:sy n="137" d="100"/>
        </p:scale>
        <p:origin x="109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iliy Fomichev" userId="c01a6f2d-5845-4c8d-a045-9f4f7af8e866" providerId="ADAL" clId="{66FBCAD9-19EA-48C8-BF07-4A0EA4D5E728}"/>
    <pc:docChg chg="modSld sldOrd">
      <pc:chgData name="Vasiliy Fomichev" userId="c01a6f2d-5845-4c8d-a045-9f4f7af8e866" providerId="ADAL" clId="{66FBCAD9-19EA-48C8-BF07-4A0EA4D5E728}" dt="2026-02-03T23:32:50.994" v="1"/>
      <pc:docMkLst>
        <pc:docMk/>
      </pc:docMkLst>
      <pc:sldChg chg="ord">
        <pc:chgData name="Vasiliy Fomichev" userId="c01a6f2d-5845-4c8d-a045-9f4f7af8e866" providerId="ADAL" clId="{66FBCAD9-19EA-48C8-BF07-4A0EA4D5E728}" dt="2026-02-03T23:32:50.994" v="1"/>
        <pc:sldMkLst>
          <pc:docMk/>
          <pc:sldMk cId="1287709185" sldId="2147479361"/>
        </pc:sldMkLst>
      </pc:sldChg>
    </pc:docChg>
  </pc:docChgLst>
  <pc:docChgLst>
    <pc:chgData name="Jekaterina Rudakova" userId="S::jekaterina@zontdigital.com::09313790-fe14-4a0b-8d67-7ce4675fedeb" providerId="AD" clId="Web-{147033B4-0172-9403-90C5-F7270B24F557}"/>
    <pc:docChg chg="modSld">
      <pc:chgData name="Jekaterina Rudakova" userId="S::jekaterina@zontdigital.com::09313790-fe14-4a0b-8d67-7ce4675fedeb" providerId="AD" clId="Web-{147033B4-0172-9403-90C5-F7270B24F557}" dt="2026-01-04T21:46:49.742" v="2"/>
      <pc:docMkLst>
        <pc:docMk/>
      </pc:docMkLst>
      <pc:sldChg chg="modSp">
        <pc:chgData name="Jekaterina Rudakova" userId="S::jekaterina@zontdigital.com::09313790-fe14-4a0b-8d67-7ce4675fedeb" providerId="AD" clId="Web-{147033B4-0172-9403-90C5-F7270B24F557}" dt="2026-01-04T21:46:49.742" v="2"/>
        <pc:sldMkLst>
          <pc:docMk/>
          <pc:sldMk cId="1287709185" sldId="2147479361"/>
        </pc:sldMkLst>
        <pc:graphicFrameChg chg="modGraphic">
          <ac:chgData name="Jekaterina Rudakova" userId="S::jekaterina@zontdigital.com::09313790-fe14-4a0b-8d67-7ce4675fedeb" providerId="AD" clId="Web-{147033B4-0172-9403-90C5-F7270B24F557}" dt="2026-01-04T21:46:49.742" v="2"/>
          <ac:graphicFrameMkLst>
            <pc:docMk/>
            <pc:sldMk cId="1287709185" sldId="2147479361"/>
            <ac:graphicFrameMk id="7" creationId="{ECC0E5F9-0CB1-7F2A-1F75-549DB41A7A5F}"/>
          </ac:graphicFrameMkLst>
        </pc:graphicFrameChg>
      </pc:sldChg>
    </pc:docChg>
  </pc:docChgLst>
</pc:chgInfo>
</file>

<file path=ppt/comments/modernComment_7FFFEC71_D76412E6.xml><?xml version="1.0" encoding="utf-8"?>
<p188:cmLst xmlns:a="http://schemas.openxmlformats.org/drawingml/2006/main" xmlns:r="http://schemas.openxmlformats.org/officeDocument/2006/relationships" xmlns:p188="http://schemas.microsoft.com/office/powerpoint/2018/8/main">
  <p188:cm id="{755742D4-4556-429D-B0B2-99469FCE374A}" authorId="{9EAFAB05-9A31-AB42-AB32-A4E7FC0AC7FD}" status="resolved" created="2024-08-05T09:46:41">
    <pc:sldMkLst xmlns:pc="http://schemas.microsoft.com/office/powerpoint/2013/main/command">
      <pc:docMk/>
      <pc:sldMk cId="2492634755" sldId="2147478542"/>
    </pc:sldMkLst>
    <p188:replyLst>
      <p188:reply id="{9175F30F-26F1-4349-852B-4F37F7E4517C}" authorId="{9EAFAB05-9A31-AB42-AB32-A4E7FC0AC7FD}" created="2024-08-06T08:50:28.286">
        <p188:txBody>
          <a:bodyPr/>
          <a:lstStyle/>
          <a:p>
            <a:r>
              <a:rPr lang="en-US"/>
              <a:t>[@Vasiliy Fomichev] </a:t>
            </a:r>
          </a:p>
        </p188:txBody>
      </p188:reply>
    </p188:replyLst>
    <p188:txBody>
      <a:bodyPr/>
      <a:lstStyle/>
      <a:p>
        <a:r>
          <a:rPr lang="en-US"/>
          <a:t>We have people with multiple roles. I would add a list with roles so it will be clear for all team members who is doing/responsible for what.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62EE4-A73A-4CDE-B354-0303D20E92B5}" type="datetimeFigureOut">
              <a:rPr lang="en-US" smtClean="0"/>
              <a:t>19-Feb-26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735BD-123D-40A3-B77F-CC204544C5BA}" type="slidenum">
              <a:rPr lang="en-US" smtClean="0"/>
              <a:t>‹#›</a:t>
            </a:fld>
            <a:endParaRPr lang="en-US"/>
          </a:p>
        </p:txBody>
      </p:sp>
    </p:spTree>
    <p:extLst>
      <p:ext uri="{BB962C8B-B14F-4D97-AF65-F5344CB8AC3E}">
        <p14:creationId xmlns:p14="http://schemas.microsoft.com/office/powerpoint/2010/main" val="3874023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1" name="Google Shape;54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https://unsplash.com/photos/PhYq704ffdA</a:t>
            </a:r>
            <a:endParaRPr/>
          </a:p>
        </p:txBody>
      </p:sp>
      <p:sp>
        <p:nvSpPr>
          <p:cNvPr id="542" name="Google Shape;54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E735BD-123D-40A3-B77F-CC204544C5BA}" type="slidenum">
              <a:rPr lang="en-US" smtClean="0"/>
              <a:t>2</a:t>
            </a:fld>
            <a:endParaRPr lang="en-US"/>
          </a:p>
        </p:txBody>
      </p:sp>
    </p:spTree>
    <p:extLst>
      <p:ext uri="{BB962C8B-B14F-4D97-AF65-F5344CB8AC3E}">
        <p14:creationId xmlns:p14="http://schemas.microsoft.com/office/powerpoint/2010/main" val="1509938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1" name="Google Shape;56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a:extLst>
            <a:ext uri="{FF2B5EF4-FFF2-40B4-BE49-F238E27FC236}">
              <a16:creationId xmlns:a16="http://schemas.microsoft.com/office/drawing/2014/main" id="{F4D79A67-401C-ECD5-DF32-5C687C873A88}"/>
            </a:ext>
          </a:extLst>
        </p:cNvPr>
        <p:cNvGrpSpPr/>
        <p:nvPr/>
      </p:nvGrpSpPr>
      <p:grpSpPr>
        <a:xfrm>
          <a:off x="0" y="0"/>
          <a:ext cx="0" cy="0"/>
          <a:chOff x="0" y="0"/>
          <a:chExt cx="0" cy="0"/>
        </a:xfrm>
      </p:grpSpPr>
      <p:sp>
        <p:nvSpPr>
          <p:cNvPr id="676" name="Google Shape;676;p5:notes">
            <a:extLst>
              <a:ext uri="{FF2B5EF4-FFF2-40B4-BE49-F238E27FC236}">
                <a16:creationId xmlns:a16="http://schemas.microsoft.com/office/drawing/2014/main" id="{D87E3245-1168-320F-7C69-3732B265C3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Self-service is important; integrations that are coming as seamless as possible. Standard API integrations.  </a:t>
            </a:r>
            <a:endParaRPr dirty="0"/>
          </a:p>
        </p:txBody>
      </p:sp>
      <p:sp>
        <p:nvSpPr>
          <p:cNvPr id="677" name="Google Shape;677;p5:notes">
            <a:extLst>
              <a:ext uri="{FF2B5EF4-FFF2-40B4-BE49-F238E27FC236}">
                <a16:creationId xmlns:a16="http://schemas.microsoft.com/office/drawing/2014/main" id="{7C1CC7D8-54D8-F7C9-5F31-6FE7DAC925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7659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Add accessibility; customer suppliers. WCAG A 2.1. </a:t>
            </a:r>
            <a:endParaRPr dirty="0"/>
          </a:p>
        </p:txBody>
      </p:sp>
      <p:sp>
        <p:nvSpPr>
          <p:cNvPr id="558" name="Google Shape;55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640E1C-3A47-4260-B594-F2D250F92487}" type="slidenum">
              <a:rPr lang="en-US" smtClean="0"/>
              <a:t>6</a:t>
            </a:fld>
            <a:endParaRPr lang="en-US"/>
          </a:p>
        </p:txBody>
      </p:sp>
    </p:spTree>
    <p:extLst>
      <p:ext uri="{BB962C8B-B14F-4D97-AF65-F5344CB8AC3E}">
        <p14:creationId xmlns:p14="http://schemas.microsoft.com/office/powerpoint/2010/main" val="3493853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96C04-E5DD-0603-B6D6-793214A3E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2C7B1-1C55-22F2-B9F8-66C6010FA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D46A0-F780-881D-2E99-E1444F4E94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94AFE2-226C-7A89-13F8-88774A36E39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3016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18A33-64F7-D8DA-37D4-570038307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F599E-B95F-3B80-843A-01A271ACD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B5EE6-C4C8-2D55-447B-B3C1C71D8C79}"/>
              </a:ext>
            </a:extLst>
          </p:cNvPr>
          <p:cNvSpPr>
            <a:spLocks noGrp="1"/>
          </p:cNvSpPr>
          <p:nvPr>
            <p:ph type="body" idx="1"/>
          </p:nvPr>
        </p:nvSpPr>
        <p:spPr/>
        <p:txBody>
          <a:bodyPr/>
          <a:lstStyle/>
          <a:p>
            <a:r>
              <a:rPr lang="en-US" dirty="0"/>
              <a:t>Speed of search, </a:t>
            </a:r>
          </a:p>
        </p:txBody>
      </p:sp>
      <p:sp>
        <p:nvSpPr>
          <p:cNvPr id="4" name="Slide Number Placeholder 3">
            <a:extLst>
              <a:ext uri="{FF2B5EF4-FFF2-40B4-BE49-F238E27FC236}">
                <a16:creationId xmlns:a16="http://schemas.microsoft.com/office/drawing/2014/main" id="{3A658E84-978A-FE02-0480-76A3D1288A4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289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Avenir Next LT Pro"/>
              </a:rPr>
              <a:t>Moving to Sitecore XM Cloud is the beginning of a new journey, thus, all stakeholders will need to be not only fully trained on the new tools, but also positioned for success with proper change management to be able to hit the ground running </a:t>
            </a:r>
            <a:r>
              <a:rPr lang="en-US" sz="1200">
                <a:latin typeface="Avenir Next LT Pro"/>
              </a:rPr>
              <a:t>and start </a:t>
            </a:r>
            <a:r>
              <a:rPr kumimoji="0" lang="en-US" sz="1200" b="0" i="0" u="none" strike="noStrike" kern="1200" cap="none" spc="0" normalizeH="0" baseline="0" noProof="0">
                <a:ln>
                  <a:noFill/>
                </a:ln>
                <a:effectLst/>
                <a:uLnTx/>
                <a:uFillTx/>
                <a:latin typeface="Avenir Next LT Pro"/>
              </a:rPr>
              <a:t>driving value on day one. We recommend </a:t>
            </a:r>
            <a:r>
              <a:rPr lang="en-US" sz="1200">
                <a:latin typeface="Avenir Next LT Pro"/>
              </a:rPr>
              <a:t>going</a:t>
            </a:r>
            <a:r>
              <a:rPr kumimoji="0" lang="en-US" sz="1200" b="0" i="0" u="none" strike="noStrike" kern="1200" cap="none" spc="0" normalizeH="0" baseline="0" noProof="0">
                <a:ln>
                  <a:noFill/>
                </a:ln>
                <a:effectLst/>
                <a:uLnTx/>
                <a:uFillTx/>
                <a:latin typeface="Avenir Next LT Pro"/>
              </a:rPr>
              <a:t> through Sitecore training first before going through our solution enablement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ECCE0-0F53-4CF7-877F-130B4D79235D}"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76003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6E735BD-123D-40A3-B77F-CC204544C5BA}" type="slidenum">
              <a:rPr lang="en-US" smtClean="0"/>
              <a:t>14</a:t>
            </a:fld>
            <a:endParaRPr lang="en-US"/>
          </a:p>
        </p:txBody>
      </p:sp>
    </p:spTree>
    <p:extLst>
      <p:ext uri="{BB962C8B-B14F-4D97-AF65-F5344CB8AC3E}">
        <p14:creationId xmlns:p14="http://schemas.microsoft.com/office/powerpoint/2010/main" val="1013438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36E9-7BA8-3565-E9F6-4F744D2A8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5CD16-B945-B710-872C-00D2D79E0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AF2A6-2A2F-D2E4-E68B-995BA7CEB5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992777-862E-F7F7-CF68-89A1FE5B56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ECCE0-0F53-4CF7-877F-130B4D79235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844099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5577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5A807-EA33-293F-B32F-97769CC1B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7490C-62E9-BEF3-1ED7-C9ECD21F2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69C30-EE13-7EBD-0D90-6B565555EE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E564A8-7F83-5D21-A2AB-24C28423BFE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41653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54909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C412-7731-0491-3A5C-0746E38FE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0E388-A70D-E25A-035E-89BF5023D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3AB46-1EFA-B481-B5D9-8798C97E65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0A4950-E28C-35D4-4408-BB3213521A0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67586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156BE-FA3B-FB84-F52C-4182D40F8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96571-8A98-8C52-E518-E1B36B4D1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09E5A-0BB6-6A10-3EE9-98D794AABB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A3A062-C857-E2CB-E28D-F27932676F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ECCE0-0F53-4CF7-877F-130B4D79235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4142374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F90A-C866-4039-B522-7BDFE2207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C62B5D-F259-47F3-BD79-FE36E2278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8B865D-8364-47DE-9D05-F9705C9E4FA7}"/>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EFE38B66-B35C-453A-8F2C-C5A104E7D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ED42F-4F30-4EDC-9834-FD7FB27B18C1}"/>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986104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332F2-CF0D-4947-B6E7-954ABCFD82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27E446-A731-4B0C-9203-2DBD444361A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336E0-80F8-42D4-8B43-F5FA6A482950}"/>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A327319A-F636-401A-A5F5-274510438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73EDB-20A2-43A6-B502-42D6E1BD9993}"/>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219125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89F2-BF72-425E-820A-E87754D524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2816B0-003A-419F-A9B3-A98AFD049F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E0F361-5C33-423C-ADB3-DE357CD2C28D}"/>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F3BB37A2-3357-4209-8FAA-9CBEBB9BE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D101C-AABC-44BA-A036-3E1A8525E93B}"/>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248838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20FF3-7AC3-4CAE-A813-B1800B701F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49A8FB-C285-4A1A-9BBF-C38603DF177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F5AAD9-34C2-4F14-A40A-0AC6C29C051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499D8F-7BB2-49F2-88A1-FDBF4D8850CF}"/>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6" name="Footer Placeholder 5">
            <a:extLst>
              <a:ext uri="{FF2B5EF4-FFF2-40B4-BE49-F238E27FC236}">
                <a16:creationId xmlns:a16="http://schemas.microsoft.com/office/drawing/2014/main" id="{81C8E71F-5FE8-4693-9EBE-B82D5C395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B027FB-9521-43AA-81E6-F249178B0AA3}"/>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688643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F3D9-547D-421A-8B66-58C83A2C45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9319F4-4EBC-4BF8-A154-C012323A5E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034B529-24DB-41C2-AC44-F8888F7A5D0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5A5B41-3955-4EB5-88F9-4D408C717B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699BDAF-90D8-453F-9C8C-B1B41A1C43C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392511-83FE-4377-9B88-500682179909}"/>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8" name="Footer Placeholder 7">
            <a:extLst>
              <a:ext uri="{FF2B5EF4-FFF2-40B4-BE49-F238E27FC236}">
                <a16:creationId xmlns:a16="http://schemas.microsoft.com/office/drawing/2014/main" id="{B40BF9B4-E765-4454-8383-4A12D63BA0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AC3EEE-3F9B-4167-8241-4842B0BA97E6}"/>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263561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14D5-B44C-43F2-8F54-6A894C437C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AEE642-054E-4197-98D9-71AAA030C567}"/>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4" name="Footer Placeholder 3">
            <a:extLst>
              <a:ext uri="{FF2B5EF4-FFF2-40B4-BE49-F238E27FC236}">
                <a16:creationId xmlns:a16="http://schemas.microsoft.com/office/drawing/2014/main" id="{B6D4C2C5-705F-49EC-8B81-52436065BC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D39AD7-4FA3-42A6-9278-D35510766107}"/>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062970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B6E7D4-33B3-4474-9426-55A7B9C077A8}"/>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3" name="Footer Placeholder 2">
            <a:extLst>
              <a:ext uri="{FF2B5EF4-FFF2-40B4-BE49-F238E27FC236}">
                <a16:creationId xmlns:a16="http://schemas.microsoft.com/office/drawing/2014/main" id="{65023931-B504-4D4B-B242-1AD947E173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998A01F-DBE4-4A8B-9EEC-95BB54A51BEA}"/>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4132150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D743-CF24-4C13-A800-08724F960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39574D-1E4A-4190-A296-843B885EEA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0EDA98-9E0B-4A29-B352-398CD98DF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2AA0C5-BC22-4861-A2C1-657D61BA245A}"/>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6" name="Footer Placeholder 5">
            <a:extLst>
              <a:ext uri="{FF2B5EF4-FFF2-40B4-BE49-F238E27FC236}">
                <a16:creationId xmlns:a16="http://schemas.microsoft.com/office/drawing/2014/main" id="{60A323E0-292E-4CCE-8AAF-D32AA098CF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C0399-71D5-47CA-8B52-416E3F437AC2}"/>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383930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02C3-49F8-4DDC-9549-9B84F9D386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BA1C15-3C53-4BF8-BE02-A83F7426E0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4CE8D0-B983-4C80-A7DA-098D9E4CA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54F641F-A0E6-4A6D-ACE4-923AFDC647E2}"/>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6" name="Footer Placeholder 5">
            <a:extLst>
              <a:ext uri="{FF2B5EF4-FFF2-40B4-BE49-F238E27FC236}">
                <a16:creationId xmlns:a16="http://schemas.microsoft.com/office/drawing/2014/main" id="{F98C5C18-4CF7-456E-90E5-2905786FE2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2A005-8C4F-4954-8E0B-3F0D23FB74A0}"/>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855279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8EDDB-0261-413E-8FA5-77077AF8D9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A8A149-AE57-4D36-A787-8C30B1163C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DBFD51-30CD-45D8-AEC2-D17E06FA2BA7}"/>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AEB5F274-EB13-410E-87EB-3E75327E0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78E-7A6E-4B2E-8835-10136AF63478}"/>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515314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97D638-23E8-4DFF-974D-A35CEAD9C9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20CA07-2047-478A-872D-E1F0D35EEC8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EF3709-BFB0-47E6-8F1A-EA40587B13ED}"/>
              </a:ext>
            </a:extLst>
          </p:cNvPr>
          <p:cNvSpPr>
            <a:spLocks noGrp="1"/>
          </p:cNvSpPr>
          <p:nvPr>
            <p:ph type="dt" sz="half" idx="10"/>
          </p:nvPr>
        </p:nvSpPr>
        <p:spPr/>
        <p:txBody>
          <a:body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5E54F64D-3EB8-4A9E-B832-7053FA2319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6470BA-8DFE-4B18-9D2B-85BB9BF74583}"/>
              </a:ext>
            </a:extLst>
          </p:cNvPr>
          <p:cNvSpPr>
            <a:spLocks noGrp="1"/>
          </p:cNvSpPr>
          <p:nvPr>
            <p:ph type="sldNum" sz="quarter" idx="12"/>
          </p:nvPr>
        </p:nvSpPr>
        <p:spPr/>
        <p:txBody>
          <a:bodyPr/>
          <a:lstStyle/>
          <a:p>
            <a:fld id="{34389B80-1F5D-4981-95C2-D8F55C8DB34A}" type="slidenum">
              <a:rPr lang="en-US" smtClean="0"/>
              <a:t>‹#›</a:t>
            </a:fld>
            <a:endParaRPr lang="en-US"/>
          </a:p>
        </p:txBody>
      </p:sp>
    </p:spTree>
    <p:extLst>
      <p:ext uri="{BB962C8B-B14F-4D97-AF65-F5344CB8AC3E}">
        <p14:creationId xmlns:p14="http://schemas.microsoft.com/office/powerpoint/2010/main" val="3479541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Grow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SIA </a:t>
            </a:r>
            <a:r>
              <a:rPr lang="en-ZA" err="1"/>
              <a:t>Xperience</a:t>
            </a:r>
            <a:endParaRPr lang="en-ZA"/>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4" name="Text Placeholder 3">
            <a:extLst>
              <a:ext uri="{FF2B5EF4-FFF2-40B4-BE49-F238E27FC236}">
                <a16:creationId xmlns:a16="http://schemas.microsoft.com/office/drawing/2014/main" id="{38840922-E552-4901-81AD-E458DA6BF7FE}"/>
              </a:ext>
            </a:extLst>
          </p:cNvPr>
          <p:cNvSpPr>
            <a:spLocks noGrp="1"/>
          </p:cNvSpPr>
          <p:nvPr>
            <p:ph type="body" sz="quarter" idx="39" hasCustomPrompt="1"/>
          </p:nvPr>
        </p:nvSpPr>
        <p:spPr>
          <a:xfrm>
            <a:off x="1066800" y="1525143"/>
            <a:ext cx="10058400" cy="548640"/>
          </a:xfrm>
        </p:spPr>
        <p:txBody>
          <a:bodyPr>
            <a:noAutofit/>
          </a:bodyPr>
          <a:lstStyle>
            <a:lvl1pPr marL="0" indent="0" algn="ctr">
              <a:buNone/>
              <a:defRPr sz="2000">
                <a:solidFill>
                  <a:schemeClr val="bg1"/>
                </a:solidFill>
                <a:latin typeface="+mj-lt"/>
              </a:defRPr>
            </a:lvl1pPr>
            <a:lvl2pPr marL="457200" indent="0" algn="ctr">
              <a:buNone/>
              <a:defRPr sz="2400">
                <a:latin typeface="+mj-lt"/>
              </a:defRPr>
            </a:lvl2pPr>
            <a:lvl3pPr marL="914400" indent="0" algn="ctr">
              <a:buNone/>
              <a:defRPr sz="2400">
                <a:latin typeface="+mj-lt"/>
              </a:defRPr>
            </a:lvl3pPr>
            <a:lvl4pPr marL="1371600" indent="0" algn="ctr">
              <a:buNone/>
              <a:defRPr sz="2400">
                <a:latin typeface="+mj-lt"/>
              </a:defRPr>
            </a:lvl4pPr>
            <a:lvl5pPr marL="1828800" indent="0" algn="ctr">
              <a:buNone/>
              <a:defRPr sz="2400">
                <a:latin typeface="+mj-lt"/>
              </a:defRPr>
            </a:lvl5pPr>
          </a:lstStyle>
          <a:p>
            <a:pPr lvl="0"/>
            <a:r>
              <a:rPr lang="en-US"/>
              <a:t>Click to edit subtitle</a:t>
            </a:r>
          </a:p>
        </p:txBody>
      </p:sp>
      <p:sp>
        <p:nvSpPr>
          <p:cNvPr id="17" name="Date Placeholder 6">
            <a:extLst>
              <a:ext uri="{FF2B5EF4-FFF2-40B4-BE49-F238E27FC236}">
                <a16:creationId xmlns:a16="http://schemas.microsoft.com/office/drawing/2014/main" id="{5DC05003-DC7F-4DC2-9902-F09425302D88}"/>
              </a:ext>
            </a:extLst>
          </p:cNvPr>
          <p:cNvSpPr>
            <a:spLocks noGrp="1"/>
          </p:cNvSpPr>
          <p:nvPr>
            <p:ph type="dt" sz="half" idx="40"/>
          </p:nvPr>
        </p:nvSpPr>
        <p:spPr>
          <a:xfrm>
            <a:off x="838200" y="6356350"/>
            <a:ext cx="2743200" cy="365125"/>
          </a:xfrm>
        </p:spPr>
        <p:txBody>
          <a:bodyPr/>
          <a:lstStyle>
            <a:lvl1pPr>
              <a:defRPr>
                <a:solidFill>
                  <a:schemeClr val="bg1"/>
                </a:solidFill>
              </a:defRPr>
            </a:lvl1pPr>
          </a:lstStyle>
          <a:p>
            <a:r>
              <a:rPr lang="en-US"/>
              <a:t>2023</a:t>
            </a:r>
          </a:p>
        </p:txBody>
      </p:sp>
      <p:sp>
        <p:nvSpPr>
          <p:cNvPr id="16" name="Text Placeholder 8">
            <a:extLst>
              <a:ext uri="{FF2B5EF4-FFF2-40B4-BE49-F238E27FC236}">
                <a16:creationId xmlns:a16="http://schemas.microsoft.com/office/drawing/2014/main" id="{7E5DD934-36C9-4200-9B07-20B7B5F9B9D3}"/>
              </a:ext>
            </a:extLst>
          </p:cNvPr>
          <p:cNvSpPr>
            <a:spLocks noGrp="1"/>
          </p:cNvSpPr>
          <p:nvPr>
            <p:ph type="body" sz="quarter" idx="41" hasCustomPrompt="1"/>
          </p:nvPr>
        </p:nvSpPr>
        <p:spPr>
          <a:xfrm>
            <a:off x="813187" y="2697480"/>
            <a:ext cx="2453072" cy="2137991"/>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1</a:t>
            </a:r>
            <a:endParaRPr lang="en-ZA"/>
          </a:p>
        </p:txBody>
      </p:sp>
      <p:sp>
        <p:nvSpPr>
          <p:cNvPr id="31" name="Rectangle 30">
            <a:extLst>
              <a:ext uri="{FF2B5EF4-FFF2-40B4-BE49-F238E27FC236}">
                <a16:creationId xmlns:a16="http://schemas.microsoft.com/office/drawing/2014/main" id="{DCCF3302-2960-44AC-A88C-4C281751163B}"/>
              </a:ext>
              <a:ext uri="{C183D7F6-B498-43B3-948B-1728B52AA6E4}">
                <adec:decorative xmlns:adec="http://schemas.microsoft.com/office/drawing/2017/decorative" val="1"/>
              </a:ext>
            </a:extLst>
          </p:cNvPr>
          <p:cNvSpPr/>
          <p:nvPr userDrawn="1"/>
        </p:nvSpPr>
        <p:spPr>
          <a:xfrm>
            <a:off x="813187" y="2468880"/>
            <a:ext cx="2453072" cy="195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041787" y="3584448"/>
            <a:ext cx="2069780" cy="1171084"/>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11" name="Text Placeholder 8">
            <a:extLst>
              <a:ext uri="{FF2B5EF4-FFF2-40B4-BE49-F238E27FC236}">
                <a16:creationId xmlns:a16="http://schemas.microsoft.com/office/drawing/2014/main" id="{E3A2526B-D5DC-287A-140D-83905D3BA900}"/>
              </a:ext>
            </a:extLst>
          </p:cNvPr>
          <p:cNvSpPr>
            <a:spLocks noGrp="1"/>
          </p:cNvSpPr>
          <p:nvPr>
            <p:ph type="body" sz="quarter" idx="44" hasCustomPrompt="1"/>
          </p:nvPr>
        </p:nvSpPr>
        <p:spPr>
          <a:xfrm>
            <a:off x="3441931" y="2700755"/>
            <a:ext cx="2453072" cy="2137991"/>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2</a:t>
            </a:r>
            <a:endParaRPr lang="en-ZA"/>
          </a:p>
        </p:txBody>
      </p:sp>
      <p:sp>
        <p:nvSpPr>
          <p:cNvPr id="13" name="Rectangle 12">
            <a:extLst>
              <a:ext uri="{FF2B5EF4-FFF2-40B4-BE49-F238E27FC236}">
                <a16:creationId xmlns:a16="http://schemas.microsoft.com/office/drawing/2014/main" id="{C2A66EBB-DC66-9BA9-274F-443933EF86FD}"/>
              </a:ext>
              <a:ext uri="{C183D7F6-B498-43B3-948B-1728B52AA6E4}">
                <adec:decorative xmlns:adec="http://schemas.microsoft.com/office/drawing/2017/decorative" val="1"/>
              </a:ext>
            </a:extLst>
          </p:cNvPr>
          <p:cNvSpPr/>
          <p:nvPr userDrawn="1"/>
        </p:nvSpPr>
        <p:spPr>
          <a:xfrm>
            <a:off x="3441931" y="2472155"/>
            <a:ext cx="2453072" cy="195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0">
            <a:extLst>
              <a:ext uri="{FF2B5EF4-FFF2-40B4-BE49-F238E27FC236}">
                <a16:creationId xmlns:a16="http://schemas.microsoft.com/office/drawing/2014/main" id="{29CF376B-1D9A-FBEA-EDFC-1CEB32FEBCD2}"/>
              </a:ext>
            </a:extLst>
          </p:cNvPr>
          <p:cNvSpPr>
            <a:spLocks noGrp="1"/>
          </p:cNvSpPr>
          <p:nvPr>
            <p:ph type="body" sz="quarter" idx="45" hasCustomPrompt="1"/>
          </p:nvPr>
        </p:nvSpPr>
        <p:spPr>
          <a:xfrm>
            <a:off x="3670531" y="3587723"/>
            <a:ext cx="2069780" cy="1171084"/>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20" name="Text Placeholder 8">
            <a:extLst>
              <a:ext uri="{FF2B5EF4-FFF2-40B4-BE49-F238E27FC236}">
                <a16:creationId xmlns:a16="http://schemas.microsoft.com/office/drawing/2014/main" id="{E7D05BD2-94C9-1777-8947-C71B12497A34}"/>
              </a:ext>
            </a:extLst>
          </p:cNvPr>
          <p:cNvSpPr>
            <a:spLocks noGrp="1"/>
          </p:cNvSpPr>
          <p:nvPr>
            <p:ph type="body" sz="quarter" idx="46" hasCustomPrompt="1"/>
          </p:nvPr>
        </p:nvSpPr>
        <p:spPr>
          <a:xfrm>
            <a:off x="6071349" y="2696824"/>
            <a:ext cx="2453072" cy="2137991"/>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3</a:t>
            </a:r>
            <a:endParaRPr lang="en-ZA"/>
          </a:p>
        </p:txBody>
      </p:sp>
      <p:sp>
        <p:nvSpPr>
          <p:cNvPr id="21" name="Rectangle 20">
            <a:extLst>
              <a:ext uri="{FF2B5EF4-FFF2-40B4-BE49-F238E27FC236}">
                <a16:creationId xmlns:a16="http://schemas.microsoft.com/office/drawing/2014/main" id="{652B6878-67CB-42A3-22D9-9915CFCD847E}"/>
              </a:ext>
              <a:ext uri="{C183D7F6-B498-43B3-948B-1728B52AA6E4}">
                <adec:decorative xmlns:adec="http://schemas.microsoft.com/office/drawing/2017/decorative" val="1"/>
              </a:ext>
            </a:extLst>
          </p:cNvPr>
          <p:cNvSpPr/>
          <p:nvPr userDrawn="1"/>
        </p:nvSpPr>
        <p:spPr>
          <a:xfrm>
            <a:off x="6071349" y="2468224"/>
            <a:ext cx="2453072" cy="195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0">
            <a:extLst>
              <a:ext uri="{FF2B5EF4-FFF2-40B4-BE49-F238E27FC236}">
                <a16:creationId xmlns:a16="http://schemas.microsoft.com/office/drawing/2014/main" id="{75632824-69F8-A2AA-3A93-A7015F2EB122}"/>
              </a:ext>
            </a:extLst>
          </p:cNvPr>
          <p:cNvSpPr>
            <a:spLocks noGrp="1"/>
          </p:cNvSpPr>
          <p:nvPr>
            <p:ph type="body" sz="quarter" idx="47" hasCustomPrompt="1"/>
          </p:nvPr>
        </p:nvSpPr>
        <p:spPr>
          <a:xfrm>
            <a:off x="6299949" y="3583792"/>
            <a:ext cx="2069780" cy="1171084"/>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
        <p:nvSpPr>
          <p:cNvPr id="23" name="Text Placeholder 8">
            <a:extLst>
              <a:ext uri="{FF2B5EF4-FFF2-40B4-BE49-F238E27FC236}">
                <a16:creationId xmlns:a16="http://schemas.microsoft.com/office/drawing/2014/main" id="{92D02D45-2A8B-4EAD-7D98-F10AD10FCDFB}"/>
              </a:ext>
            </a:extLst>
          </p:cNvPr>
          <p:cNvSpPr>
            <a:spLocks noGrp="1"/>
          </p:cNvSpPr>
          <p:nvPr>
            <p:ph type="body" sz="quarter" idx="48" hasCustomPrompt="1"/>
          </p:nvPr>
        </p:nvSpPr>
        <p:spPr>
          <a:xfrm>
            <a:off x="8700093" y="2700099"/>
            <a:ext cx="2453072" cy="2137991"/>
          </a:xfrm>
          <a:solidFill>
            <a:schemeClr val="bg1">
              <a:alpha val="90000"/>
            </a:schemeClr>
          </a:solidFill>
        </p:spPr>
        <p:txBody>
          <a:bodyPr tIns="502920">
            <a:noAutofit/>
          </a:bodyPr>
          <a:lstStyle>
            <a:lvl1pPr marL="0" indent="0" algn="ctr">
              <a:buFont typeface="Arial" panose="020B0604020202020204" pitchFamily="34" charset="0"/>
              <a:buNone/>
              <a:defRPr sz="1800" cap="all" baseline="0">
                <a:solidFill>
                  <a:schemeClr val="accent1"/>
                </a:solidFill>
                <a:latin typeface="+mj-lt"/>
              </a:defRPr>
            </a:lvl1pPr>
          </a:lstStyle>
          <a:p>
            <a:pPr lvl="0"/>
            <a:r>
              <a:rPr lang="en-US"/>
              <a:t>Bullet 4</a:t>
            </a:r>
            <a:endParaRPr lang="en-ZA"/>
          </a:p>
        </p:txBody>
      </p:sp>
      <p:sp>
        <p:nvSpPr>
          <p:cNvPr id="24" name="Rectangle 23">
            <a:extLst>
              <a:ext uri="{FF2B5EF4-FFF2-40B4-BE49-F238E27FC236}">
                <a16:creationId xmlns:a16="http://schemas.microsoft.com/office/drawing/2014/main" id="{2F5299BB-D33C-8BE5-39DE-F445B79E3BC2}"/>
              </a:ext>
              <a:ext uri="{C183D7F6-B498-43B3-948B-1728B52AA6E4}">
                <adec:decorative xmlns:adec="http://schemas.microsoft.com/office/drawing/2017/decorative" val="1"/>
              </a:ext>
            </a:extLst>
          </p:cNvPr>
          <p:cNvSpPr/>
          <p:nvPr userDrawn="1"/>
        </p:nvSpPr>
        <p:spPr>
          <a:xfrm>
            <a:off x="8700093" y="2471499"/>
            <a:ext cx="2453072" cy="19518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10">
            <a:extLst>
              <a:ext uri="{FF2B5EF4-FFF2-40B4-BE49-F238E27FC236}">
                <a16:creationId xmlns:a16="http://schemas.microsoft.com/office/drawing/2014/main" id="{09283FD6-E4DB-129C-864A-8B6F14145AB9}"/>
              </a:ext>
            </a:extLst>
          </p:cNvPr>
          <p:cNvSpPr>
            <a:spLocks noGrp="1"/>
          </p:cNvSpPr>
          <p:nvPr>
            <p:ph type="body" sz="quarter" idx="49" hasCustomPrompt="1"/>
          </p:nvPr>
        </p:nvSpPr>
        <p:spPr>
          <a:xfrm>
            <a:off x="8928693" y="3587067"/>
            <a:ext cx="2069780" cy="1171084"/>
          </a:xfrm>
        </p:spPr>
        <p:txBody>
          <a:bodyPr/>
          <a:lstStyle>
            <a:lvl1pPr marL="0" indent="0" algn="ctr">
              <a:lnSpc>
                <a:spcPts val="2200"/>
              </a:lnSpc>
              <a:spcBef>
                <a:spcPts val="0"/>
              </a:spcBef>
              <a:buNone/>
              <a:defRPr sz="1400">
                <a:solidFill>
                  <a:schemeClr val="tx1"/>
                </a:solidFill>
              </a:defRPr>
            </a:lvl1pPr>
          </a:lstStyle>
          <a:p>
            <a:pPr lvl="0"/>
            <a:r>
              <a:rPr lang="en-US"/>
              <a:t>Bullet Description</a:t>
            </a:r>
            <a:endParaRPr lang="en-ZA"/>
          </a:p>
        </p:txBody>
      </p:sp>
    </p:spTree>
    <p:extLst>
      <p:ext uri="{BB962C8B-B14F-4D97-AF65-F5344CB8AC3E}">
        <p14:creationId xmlns:p14="http://schemas.microsoft.com/office/powerpoint/2010/main" val="1283015243"/>
      </p:ext>
    </p:extLst>
  </p:cSld>
  <p:clrMapOvr>
    <a:masterClrMapping/>
  </p:clrMapOvr>
  <p:extLst>
    <p:ext uri="{DCECCB84-F9BA-43D5-87BE-67443E8EF086}">
      <p15:sldGuideLst xmlns:p15="http://schemas.microsoft.com/office/powerpoint/2012/main">
        <p15:guide id="1" orient="horz" pos="76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32"/>
        <p:cNvGrpSpPr/>
        <p:nvPr/>
      </p:nvGrpSpPr>
      <p:grpSpPr>
        <a:xfrm>
          <a:off x="0" y="0"/>
          <a:ext cx="0" cy="0"/>
          <a:chOff x="0" y="0"/>
          <a:chExt cx="0" cy="0"/>
        </a:xfrm>
      </p:grpSpPr>
      <p:sp>
        <p:nvSpPr>
          <p:cNvPr id="33" name="Google Shape;33;p72"/>
          <p:cNvSpPr txBox="1">
            <a:spLocks noGrp="1"/>
          </p:cNvSpPr>
          <p:nvPr>
            <p:ph type="title"/>
          </p:nvPr>
        </p:nvSpPr>
        <p:spPr>
          <a:xfrm>
            <a:off x="841248"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7028588"/>
      </p:ext>
    </p:extLst>
  </p:cSld>
  <p:clrMapOvr>
    <a:masterClrMapping/>
  </p:clrMapOvr>
  <p:extLst>
    <p:ext uri="{DCECCB84-F9BA-43D5-87BE-67443E8EF086}">
      <p15:sldGuideLst xmlns:p15="http://schemas.microsoft.com/office/powerpoint/2012/main">
        <p15:guide id="1" orient="horz" pos="91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04448C-B639-40AD-97B9-83A2DEF280E7}"/>
              </a:ext>
            </a:extLst>
          </p:cNvPr>
          <p:cNvSpPr/>
          <p:nvPr userDrawn="1"/>
        </p:nvSpPr>
        <p:spPr>
          <a:xfrm>
            <a:off x="0" y="0"/>
            <a:ext cx="12192000" cy="6858000"/>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75FD6AD2-43D1-4B96-BCD7-1E51DD7A3722}"/>
              </a:ext>
            </a:extLst>
          </p:cNvPr>
          <p:cNvSpPr>
            <a:spLocks noGrp="1"/>
          </p:cNvSpPr>
          <p:nvPr>
            <p:ph type="ctrTitle"/>
          </p:nvPr>
        </p:nvSpPr>
        <p:spPr>
          <a:xfrm>
            <a:off x="227013" y="1570038"/>
            <a:ext cx="5135562" cy="2387600"/>
          </a:xfrm>
        </p:spPr>
        <p:txBody>
          <a:bodyPr anchor="b"/>
          <a:lstStyle>
            <a:lvl1pPr algn="l">
              <a:defRPr sz="4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EEC33960-CFAB-4EDE-9205-330ADEE525F9}"/>
              </a:ext>
            </a:extLst>
          </p:cNvPr>
          <p:cNvSpPr>
            <a:spLocks noGrp="1"/>
          </p:cNvSpPr>
          <p:nvPr>
            <p:ph type="subTitle" idx="1"/>
          </p:nvPr>
        </p:nvSpPr>
        <p:spPr>
          <a:xfrm>
            <a:off x="227012" y="4049713"/>
            <a:ext cx="5135561" cy="703262"/>
          </a:xfrm>
        </p:spPr>
        <p:txBody>
          <a:bodyPr anchor="ct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Oval 7">
            <a:extLst>
              <a:ext uri="{FF2B5EF4-FFF2-40B4-BE49-F238E27FC236}">
                <a16:creationId xmlns:a16="http://schemas.microsoft.com/office/drawing/2014/main" id="{497FC966-BC27-4FA8-BE07-4CDE35E4984C}"/>
              </a:ext>
            </a:extLst>
          </p:cNvPr>
          <p:cNvSpPr/>
          <p:nvPr userDrawn="1"/>
        </p:nvSpPr>
        <p:spPr>
          <a:xfrm>
            <a:off x="5924550" y="409575"/>
            <a:ext cx="6038850" cy="6038850"/>
          </a:xfrm>
          <a:prstGeom prst="ellipse">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0" name="Picture Placeholder 9">
            <a:extLst>
              <a:ext uri="{FF2B5EF4-FFF2-40B4-BE49-F238E27FC236}">
                <a16:creationId xmlns:a16="http://schemas.microsoft.com/office/drawing/2014/main" id="{B1ABBAA8-98DF-4FE3-B581-D0C938FD8DEC}"/>
              </a:ext>
            </a:extLst>
          </p:cNvPr>
          <p:cNvSpPr>
            <a:spLocks noGrp="1"/>
          </p:cNvSpPr>
          <p:nvPr>
            <p:ph type="pic" sz="quarter" idx="10"/>
          </p:nvPr>
        </p:nvSpPr>
        <p:spPr>
          <a:xfrm>
            <a:off x="6153151" y="638176"/>
            <a:ext cx="5581650" cy="5581650"/>
          </a:xfrm>
          <a:prstGeom prst="ellipse">
            <a:avLst/>
          </a:prstGeom>
        </p:spPr>
        <p:txBody>
          <a:bodyPr/>
          <a:lstStyle>
            <a:lvl1pPr marL="0" indent="0" algn="ctr">
              <a:buNone/>
              <a:defRPr/>
            </a:lvl1pPr>
          </a:lstStyle>
          <a:p>
            <a:r>
              <a:rPr lang="en-US"/>
              <a:t>Click icon to add picture</a:t>
            </a:r>
          </a:p>
        </p:txBody>
      </p:sp>
      <p:sp>
        <p:nvSpPr>
          <p:cNvPr id="20" name="Freeform 5">
            <a:extLst>
              <a:ext uri="{FF2B5EF4-FFF2-40B4-BE49-F238E27FC236}">
                <a16:creationId xmlns:a16="http://schemas.microsoft.com/office/drawing/2014/main" id="{744BEF43-4820-4845-A38D-7461C03BEAD0}"/>
              </a:ext>
            </a:extLst>
          </p:cNvPr>
          <p:cNvSpPr>
            <a:spLocks/>
          </p:cNvSpPr>
          <p:nvPr userDrawn="1"/>
        </p:nvSpPr>
        <p:spPr bwMode="auto">
          <a:xfrm rot="16200000">
            <a:off x="9402655" y="-289233"/>
            <a:ext cx="395087" cy="973553"/>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29" name="Oval 28">
            <a:extLst>
              <a:ext uri="{FF2B5EF4-FFF2-40B4-BE49-F238E27FC236}">
                <a16:creationId xmlns:a16="http://schemas.microsoft.com/office/drawing/2014/main" id="{39A1E164-ADF2-4692-815A-9FAE8348AB07}"/>
              </a:ext>
            </a:extLst>
          </p:cNvPr>
          <p:cNvSpPr/>
          <p:nvPr userDrawn="1"/>
        </p:nvSpPr>
        <p:spPr>
          <a:xfrm rot="904354">
            <a:off x="10645050" y="794800"/>
            <a:ext cx="372546" cy="372546"/>
          </a:xfrm>
          <a:prstGeom prst="ellipse">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0" name="Oval 29">
            <a:extLst>
              <a:ext uri="{FF2B5EF4-FFF2-40B4-BE49-F238E27FC236}">
                <a16:creationId xmlns:a16="http://schemas.microsoft.com/office/drawing/2014/main" id="{40740ECF-38E1-4E45-B13D-BA7CF835BF30}"/>
              </a:ext>
            </a:extLst>
          </p:cNvPr>
          <p:cNvSpPr/>
          <p:nvPr userDrawn="1"/>
        </p:nvSpPr>
        <p:spPr>
          <a:xfrm rot="20371917">
            <a:off x="5620884" y="4806230"/>
            <a:ext cx="372546" cy="372546"/>
          </a:xfrm>
          <a:prstGeom prst="ellipse">
            <a:avLst/>
          </a:prstGeom>
          <a:solidFill>
            <a:schemeClr val="tx1">
              <a:lumMod val="85000"/>
              <a:lumOff val="1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1" name="Oval 30">
            <a:extLst>
              <a:ext uri="{FF2B5EF4-FFF2-40B4-BE49-F238E27FC236}">
                <a16:creationId xmlns:a16="http://schemas.microsoft.com/office/drawing/2014/main" id="{95677C4C-8255-4B18-BB17-C12D9B85D040}"/>
              </a:ext>
            </a:extLst>
          </p:cNvPr>
          <p:cNvSpPr/>
          <p:nvPr userDrawn="1"/>
        </p:nvSpPr>
        <p:spPr>
          <a:xfrm>
            <a:off x="6397881" y="5992504"/>
            <a:ext cx="447268" cy="447268"/>
          </a:xfrm>
          <a:prstGeom prst="ellipse">
            <a:avLst/>
          </a:prstGeom>
          <a:solidFill>
            <a:schemeClr val="tx1">
              <a:lumMod val="85000"/>
              <a:lumOff val="1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2" name="Oval 31">
            <a:extLst>
              <a:ext uri="{FF2B5EF4-FFF2-40B4-BE49-F238E27FC236}">
                <a16:creationId xmlns:a16="http://schemas.microsoft.com/office/drawing/2014/main" id="{03B8D5F6-70EE-44BF-85BE-5364A81D623F}"/>
              </a:ext>
            </a:extLst>
          </p:cNvPr>
          <p:cNvSpPr/>
          <p:nvPr userDrawn="1"/>
        </p:nvSpPr>
        <p:spPr>
          <a:xfrm rot="20556114">
            <a:off x="5276293" y="5628717"/>
            <a:ext cx="727575" cy="727575"/>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Tree>
    <p:extLst>
      <p:ext uri="{BB962C8B-B14F-4D97-AF65-F5344CB8AC3E}">
        <p14:creationId xmlns:p14="http://schemas.microsoft.com/office/powerpoint/2010/main" val="568882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2E2E2E"/>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2C7C26C-0E3D-4C8C-82C0-618FA0812288}"/>
              </a:ext>
            </a:extLst>
          </p:cNvPr>
          <p:cNvSpPr/>
          <p:nvPr userDrawn="1"/>
        </p:nvSpPr>
        <p:spPr>
          <a:xfrm>
            <a:off x="0" y="0"/>
            <a:ext cx="12192000" cy="6858000"/>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6" name="Picture Placeholder 5">
            <a:extLst>
              <a:ext uri="{FF2B5EF4-FFF2-40B4-BE49-F238E27FC236}">
                <a16:creationId xmlns:a16="http://schemas.microsoft.com/office/drawing/2014/main" id="{96088081-6CB3-4531-A835-5C2E60418E4D}"/>
              </a:ext>
            </a:extLst>
          </p:cNvPr>
          <p:cNvSpPr>
            <a:spLocks noGrp="1"/>
          </p:cNvSpPr>
          <p:nvPr>
            <p:ph type="pic" sz="quarter" idx="10"/>
          </p:nvPr>
        </p:nvSpPr>
        <p:spPr>
          <a:xfrm>
            <a:off x="0" y="0"/>
            <a:ext cx="12192000" cy="6858000"/>
          </a:xfrm>
        </p:spPr>
        <p:txBody>
          <a:bodyPr/>
          <a:lstStyle>
            <a:lvl1pPr>
              <a:defRPr>
                <a:solidFill>
                  <a:schemeClr val="bg1"/>
                </a:solidFill>
              </a:defRPr>
            </a:lvl1pPr>
          </a:lstStyle>
          <a:p>
            <a:r>
              <a:rPr lang="en-US"/>
              <a:t>Click icon to add picture</a:t>
            </a:r>
          </a:p>
        </p:txBody>
      </p:sp>
      <p:sp>
        <p:nvSpPr>
          <p:cNvPr id="21" name="Freeform: Shape 20">
            <a:extLst>
              <a:ext uri="{FF2B5EF4-FFF2-40B4-BE49-F238E27FC236}">
                <a16:creationId xmlns:a16="http://schemas.microsoft.com/office/drawing/2014/main" id="{ECF678C5-A320-4A4C-BAB3-54CAB77F16C6}"/>
              </a:ext>
            </a:extLst>
          </p:cNvPr>
          <p:cNvSpPr/>
          <p:nvPr userDrawn="1"/>
        </p:nvSpPr>
        <p:spPr>
          <a:xfrm>
            <a:off x="0" y="0"/>
            <a:ext cx="12192000" cy="6878999"/>
          </a:xfrm>
          <a:custGeom>
            <a:avLst/>
            <a:gdLst>
              <a:gd name="connsiteX0" fmla="*/ 8943975 w 12192000"/>
              <a:gd name="connsiteY0" fmla="*/ 409575 h 6858000"/>
              <a:gd name="connsiteX1" fmla="*/ 5924551 w 12192000"/>
              <a:gd name="connsiteY1" fmla="*/ 3429000 h 6858000"/>
              <a:gd name="connsiteX2" fmla="*/ 8943975 w 12192000"/>
              <a:gd name="connsiteY2" fmla="*/ 6448425 h 6858000"/>
              <a:gd name="connsiteX3" fmla="*/ 11963400 w 12192000"/>
              <a:gd name="connsiteY3" fmla="*/ 3429000 h 6858000"/>
              <a:gd name="connsiteX4" fmla="*/ 8943975 w 12192000"/>
              <a:gd name="connsiteY4" fmla="*/ 409575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8943975" y="409575"/>
                </a:moveTo>
                <a:cubicBezTo>
                  <a:pt x="7276393" y="409575"/>
                  <a:pt x="5924551" y="1761418"/>
                  <a:pt x="5924551" y="3429000"/>
                </a:cubicBezTo>
                <a:cubicBezTo>
                  <a:pt x="5924551" y="5096582"/>
                  <a:pt x="7276393" y="6448425"/>
                  <a:pt x="8943975" y="6448425"/>
                </a:cubicBezTo>
                <a:cubicBezTo>
                  <a:pt x="10611557" y="6448425"/>
                  <a:pt x="11963400" y="5096582"/>
                  <a:pt x="11963400" y="3429000"/>
                </a:cubicBezTo>
                <a:cubicBezTo>
                  <a:pt x="11963400" y="1761418"/>
                  <a:pt x="10611557" y="409575"/>
                  <a:pt x="8943975" y="409575"/>
                </a:cubicBezTo>
                <a:close/>
                <a:moveTo>
                  <a:pt x="0" y="0"/>
                </a:moveTo>
                <a:lnTo>
                  <a:pt x="12192000" y="0"/>
                </a:lnTo>
                <a:lnTo>
                  <a:pt x="12192000" y="6858000"/>
                </a:lnTo>
                <a:lnTo>
                  <a:pt x="0" y="6858000"/>
                </a:lnTo>
                <a:close/>
              </a:path>
            </a:pathLst>
          </a:cu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75FD6AD2-43D1-4B96-BCD7-1E51DD7A3722}"/>
              </a:ext>
            </a:extLst>
          </p:cNvPr>
          <p:cNvSpPr>
            <a:spLocks noGrp="1"/>
          </p:cNvSpPr>
          <p:nvPr>
            <p:ph type="ctrTitle"/>
          </p:nvPr>
        </p:nvSpPr>
        <p:spPr>
          <a:xfrm>
            <a:off x="227013" y="1570038"/>
            <a:ext cx="5135562" cy="2387600"/>
          </a:xfrm>
        </p:spPr>
        <p:txBody>
          <a:bodyPr anchor="b"/>
          <a:lstStyle>
            <a:lvl1pPr algn="l">
              <a:defRPr sz="4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EEC33960-CFAB-4EDE-9205-330ADEE525F9}"/>
              </a:ext>
            </a:extLst>
          </p:cNvPr>
          <p:cNvSpPr>
            <a:spLocks noGrp="1"/>
          </p:cNvSpPr>
          <p:nvPr>
            <p:ph type="subTitle" idx="1"/>
          </p:nvPr>
        </p:nvSpPr>
        <p:spPr>
          <a:xfrm>
            <a:off x="227012" y="4049713"/>
            <a:ext cx="5135561" cy="703262"/>
          </a:xfrm>
        </p:spPr>
        <p:txBody>
          <a:bodyPr anchor="ct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50230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2E2E2E"/>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2C7C26C-0E3D-4C8C-82C0-618FA0812288}"/>
              </a:ext>
            </a:extLst>
          </p:cNvPr>
          <p:cNvSpPr/>
          <p:nvPr userDrawn="1"/>
        </p:nvSpPr>
        <p:spPr>
          <a:xfrm>
            <a:off x="0" y="0"/>
            <a:ext cx="12192000" cy="6858000"/>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6" name="Picture Placeholder 5">
            <a:extLst>
              <a:ext uri="{FF2B5EF4-FFF2-40B4-BE49-F238E27FC236}">
                <a16:creationId xmlns:a16="http://schemas.microsoft.com/office/drawing/2014/main" id="{96088081-6CB3-4531-A835-5C2E60418E4D}"/>
              </a:ext>
            </a:extLst>
          </p:cNvPr>
          <p:cNvSpPr>
            <a:spLocks noGrp="1"/>
          </p:cNvSpPr>
          <p:nvPr>
            <p:ph type="pic" sz="quarter" idx="10"/>
          </p:nvPr>
        </p:nvSpPr>
        <p:spPr>
          <a:xfrm>
            <a:off x="0" y="0"/>
            <a:ext cx="12192000" cy="6858000"/>
          </a:xfrm>
        </p:spPr>
        <p:txBody>
          <a:bodyPr/>
          <a:lstStyle>
            <a:lvl1pPr>
              <a:defRPr>
                <a:solidFill>
                  <a:schemeClr val="bg1"/>
                </a:solidFill>
              </a:defRPr>
            </a:lvl1pPr>
          </a:lstStyle>
          <a:p>
            <a:r>
              <a:rPr lang="en-US"/>
              <a:t>Click icon to add picture</a:t>
            </a:r>
          </a:p>
        </p:txBody>
      </p:sp>
      <p:sp>
        <p:nvSpPr>
          <p:cNvPr id="21" name="Freeform: Shape 20">
            <a:extLst>
              <a:ext uri="{FF2B5EF4-FFF2-40B4-BE49-F238E27FC236}">
                <a16:creationId xmlns:a16="http://schemas.microsoft.com/office/drawing/2014/main" id="{ECF678C5-A320-4A4C-BAB3-54CAB77F16C6}"/>
              </a:ext>
            </a:extLst>
          </p:cNvPr>
          <p:cNvSpPr/>
          <p:nvPr userDrawn="1"/>
        </p:nvSpPr>
        <p:spPr>
          <a:xfrm>
            <a:off x="0" y="0"/>
            <a:ext cx="12192000" cy="6878999"/>
          </a:xfrm>
          <a:custGeom>
            <a:avLst/>
            <a:gdLst>
              <a:gd name="connsiteX0" fmla="*/ 8943975 w 12192000"/>
              <a:gd name="connsiteY0" fmla="*/ 409575 h 6858000"/>
              <a:gd name="connsiteX1" fmla="*/ 5924551 w 12192000"/>
              <a:gd name="connsiteY1" fmla="*/ 3429000 h 6858000"/>
              <a:gd name="connsiteX2" fmla="*/ 8943975 w 12192000"/>
              <a:gd name="connsiteY2" fmla="*/ 6448425 h 6858000"/>
              <a:gd name="connsiteX3" fmla="*/ 11963400 w 12192000"/>
              <a:gd name="connsiteY3" fmla="*/ 3429000 h 6858000"/>
              <a:gd name="connsiteX4" fmla="*/ 8943975 w 12192000"/>
              <a:gd name="connsiteY4" fmla="*/ 409575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8943975" y="409575"/>
                </a:moveTo>
                <a:cubicBezTo>
                  <a:pt x="7276393" y="409575"/>
                  <a:pt x="5924551" y="1761418"/>
                  <a:pt x="5924551" y="3429000"/>
                </a:cubicBezTo>
                <a:cubicBezTo>
                  <a:pt x="5924551" y="5096582"/>
                  <a:pt x="7276393" y="6448425"/>
                  <a:pt x="8943975" y="6448425"/>
                </a:cubicBezTo>
                <a:cubicBezTo>
                  <a:pt x="10611557" y="6448425"/>
                  <a:pt x="11963400" y="5096582"/>
                  <a:pt x="11963400" y="3429000"/>
                </a:cubicBezTo>
                <a:cubicBezTo>
                  <a:pt x="11963400" y="1761418"/>
                  <a:pt x="10611557" y="409575"/>
                  <a:pt x="8943975" y="409575"/>
                </a:cubicBezTo>
                <a:close/>
                <a:moveTo>
                  <a:pt x="0" y="0"/>
                </a:moveTo>
                <a:lnTo>
                  <a:pt x="12192000" y="0"/>
                </a:lnTo>
                <a:lnTo>
                  <a:pt x="12192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4" name="Oval 3">
            <a:extLst>
              <a:ext uri="{FF2B5EF4-FFF2-40B4-BE49-F238E27FC236}">
                <a16:creationId xmlns:a16="http://schemas.microsoft.com/office/drawing/2014/main" id="{9986CCB8-710F-45AA-A5AE-687B2D268873}"/>
              </a:ext>
            </a:extLst>
          </p:cNvPr>
          <p:cNvSpPr/>
          <p:nvPr userDrawn="1"/>
        </p:nvSpPr>
        <p:spPr>
          <a:xfrm>
            <a:off x="6022137" y="490306"/>
            <a:ext cx="5865452" cy="5865452"/>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75FD6AD2-43D1-4B96-BCD7-1E51DD7A3722}"/>
              </a:ext>
            </a:extLst>
          </p:cNvPr>
          <p:cNvSpPr>
            <a:spLocks noGrp="1"/>
          </p:cNvSpPr>
          <p:nvPr>
            <p:ph type="ctrTitle"/>
          </p:nvPr>
        </p:nvSpPr>
        <p:spPr>
          <a:xfrm>
            <a:off x="227013" y="1570038"/>
            <a:ext cx="5135562" cy="2387600"/>
          </a:xfrm>
        </p:spPr>
        <p:txBody>
          <a:bodyPr anchor="b"/>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EC33960-CFAB-4EDE-9205-330ADEE525F9}"/>
              </a:ext>
            </a:extLst>
          </p:cNvPr>
          <p:cNvSpPr>
            <a:spLocks noGrp="1"/>
          </p:cNvSpPr>
          <p:nvPr>
            <p:ph type="subTitle" idx="1"/>
          </p:nvPr>
        </p:nvSpPr>
        <p:spPr>
          <a:xfrm>
            <a:off x="227012" y="4049713"/>
            <a:ext cx="5135561" cy="703262"/>
          </a:xfrm>
        </p:spPr>
        <p:txBody>
          <a:bodyPr anchor="ct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Freeform 5">
            <a:extLst>
              <a:ext uri="{FF2B5EF4-FFF2-40B4-BE49-F238E27FC236}">
                <a16:creationId xmlns:a16="http://schemas.microsoft.com/office/drawing/2014/main" id="{14288A60-09D0-4210-A7FC-CF13C49ED688}"/>
              </a:ext>
            </a:extLst>
          </p:cNvPr>
          <p:cNvSpPr>
            <a:spLocks/>
          </p:cNvSpPr>
          <p:nvPr userDrawn="1"/>
        </p:nvSpPr>
        <p:spPr bwMode="auto">
          <a:xfrm rot="5400000">
            <a:off x="1211148" y="3992449"/>
            <a:ext cx="1654404" cy="4076700"/>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20" name="Freeform 5">
            <a:extLst>
              <a:ext uri="{FF2B5EF4-FFF2-40B4-BE49-F238E27FC236}">
                <a16:creationId xmlns:a16="http://schemas.microsoft.com/office/drawing/2014/main" id="{744BEF43-4820-4845-A38D-7461C03BEAD0}"/>
              </a:ext>
            </a:extLst>
          </p:cNvPr>
          <p:cNvSpPr>
            <a:spLocks/>
          </p:cNvSpPr>
          <p:nvPr userDrawn="1"/>
        </p:nvSpPr>
        <p:spPr bwMode="auto">
          <a:xfrm rot="16200000">
            <a:off x="9402655" y="-289233"/>
            <a:ext cx="395087" cy="973553"/>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29" name="Oval 28">
            <a:extLst>
              <a:ext uri="{FF2B5EF4-FFF2-40B4-BE49-F238E27FC236}">
                <a16:creationId xmlns:a16="http://schemas.microsoft.com/office/drawing/2014/main" id="{39A1E164-ADF2-4692-815A-9FAE8348AB07}"/>
              </a:ext>
            </a:extLst>
          </p:cNvPr>
          <p:cNvSpPr/>
          <p:nvPr userDrawn="1"/>
        </p:nvSpPr>
        <p:spPr>
          <a:xfrm rot="904354">
            <a:off x="10645050" y="794800"/>
            <a:ext cx="372546" cy="372546"/>
          </a:xfrm>
          <a:prstGeom prst="ellipse">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0" name="Oval 29">
            <a:extLst>
              <a:ext uri="{FF2B5EF4-FFF2-40B4-BE49-F238E27FC236}">
                <a16:creationId xmlns:a16="http://schemas.microsoft.com/office/drawing/2014/main" id="{40740ECF-38E1-4E45-B13D-BA7CF835BF30}"/>
              </a:ext>
            </a:extLst>
          </p:cNvPr>
          <p:cNvSpPr/>
          <p:nvPr userDrawn="1"/>
        </p:nvSpPr>
        <p:spPr>
          <a:xfrm rot="20371917">
            <a:off x="5620884" y="4806230"/>
            <a:ext cx="372546" cy="372546"/>
          </a:xfrm>
          <a:prstGeom prst="ellipse">
            <a:avLst/>
          </a:prstGeom>
          <a:solidFill>
            <a:schemeClr val="tx1">
              <a:lumMod val="85000"/>
              <a:lumOff val="1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1" name="Oval 30">
            <a:extLst>
              <a:ext uri="{FF2B5EF4-FFF2-40B4-BE49-F238E27FC236}">
                <a16:creationId xmlns:a16="http://schemas.microsoft.com/office/drawing/2014/main" id="{95677C4C-8255-4B18-BB17-C12D9B85D040}"/>
              </a:ext>
            </a:extLst>
          </p:cNvPr>
          <p:cNvSpPr/>
          <p:nvPr userDrawn="1"/>
        </p:nvSpPr>
        <p:spPr>
          <a:xfrm>
            <a:off x="6397881" y="5992504"/>
            <a:ext cx="447268" cy="447268"/>
          </a:xfrm>
          <a:prstGeom prst="ellipse">
            <a:avLst/>
          </a:prstGeom>
          <a:solidFill>
            <a:schemeClr val="tx1">
              <a:lumMod val="85000"/>
              <a:lumOff val="1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
        <p:nvSpPr>
          <p:cNvPr id="32" name="Oval 31">
            <a:extLst>
              <a:ext uri="{FF2B5EF4-FFF2-40B4-BE49-F238E27FC236}">
                <a16:creationId xmlns:a16="http://schemas.microsoft.com/office/drawing/2014/main" id="{03B8D5F6-70EE-44BF-85BE-5364A81D623F}"/>
              </a:ext>
            </a:extLst>
          </p:cNvPr>
          <p:cNvSpPr/>
          <p:nvPr userDrawn="1"/>
        </p:nvSpPr>
        <p:spPr>
          <a:xfrm rot="20556114">
            <a:off x="5276293" y="5628717"/>
            <a:ext cx="727575" cy="727575"/>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prstClr val="white"/>
              </a:solidFill>
              <a:effectLst/>
              <a:uLnTx/>
              <a:uFillTx/>
              <a:latin typeface="Lato"/>
              <a:ea typeface="+mn-ea"/>
              <a:cs typeface="+mn-cs"/>
            </a:endParaRPr>
          </a:p>
        </p:txBody>
      </p:sp>
    </p:spTree>
    <p:extLst>
      <p:ext uri="{BB962C8B-B14F-4D97-AF65-F5344CB8AC3E}">
        <p14:creationId xmlns:p14="http://schemas.microsoft.com/office/powerpoint/2010/main" val="779630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C77F579-63C0-3F48-A394-6FD3ED651A56}"/>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3398705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3665B-4134-4FFD-ADC5-B3A28B5F6005}"/>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446D5711-781C-0948-9D87-735E809FA21A}"/>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1104544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A4C051-7992-4D1B-86B0-7F2BDCB3EE9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8" name="Oval 7">
            <a:extLst>
              <a:ext uri="{FF2B5EF4-FFF2-40B4-BE49-F238E27FC236}">
                <a16:creationId xmlns:a16="http://schemas.microsoft.com/office/drawing/2014/main" id="{858EBF30-2DE0-4C40-9A95-67B3DF372ABD}"/>
              </a:ext>
            </a:extLst>
          </p:cNvPr>
          <p:cNvSpPr/>
          <p:nvPr userDrawn="1"/>
        </p:nvSpPr>
        <p:spPr>
          <a:xfrm>
            <a:off x="-2641600" y="-482600"/>
            <a:ext cx="7823200" cy="7823200"/>
          </a:xfrm>
          <a:prstGeom prst="ellipse">
            <a:avLst/>
          </a:prstGeom>
          <a:solidFill>
            <a:srgbClr val="2E2E2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A2E0CFD1-B023-471F-83F4-A03BCCB44992}"/>
              </a:ext>
            </a:extLst>
          </p:cNvPr>
          <p:cNvSpPr>
            <a:spLocks noGrp="1"/>
          </p:cNvSpPr>
          <p:nvPr>
            <p:ph type="title"/>
          </p:nvPr>
        </p:nvSpPr>
        <p:spPr>
          <a:xfrm>
            <a:off x="5876924" y="2521744"/>
            <a:ext cx="5470525" cy="1814512"/>
          </a:xfrm>
        </p:spPr>
        <p:txBody>
          <a:bodyPr anchor="ctr">
            <a:normAutofit/>
          </a:bodyPr>
          <a:lstStyle>
            <a:lvl1pPr>
              <a:defRPr sz="4400">
                <a:solidFill>
                  <a:schemeClr val="tx1"/>
                </a:solidFill>
                <a:latin typeface="Avenir Next LT Pro" panose="020B0504020202020204" pitchFamily="34" charset="77"/>
              </a:defRPr>
            </a:lvl1pPr>
          </a:lstStyle>
          <a:p>
            <a:r>
              <a:rPr lang="en-US"/>
              <a:t>Click to edit Master title style</a:t>
            </a:r>
          </a:p>
        </p:txBody>
      </p:sp>
      <p:sp>
        <p:nvSpPr>
          <p:cNvPr id="3" name="Text Placeholder 2">
            <a:extLst>
              <a:ext uri="{FF2B5EF4-FFF2-40B4-BE49-F238E27FC236}">
                <a16:creationId xmlns:a16="http://schemas.microsoft.com/office/drawing/2014/main" id="{7E084D37-02BF-4559-96C7-CC399E559699}"/>
              </a:ext>
            </a:extLst>
          </p:cNvPr>
          <p:cNvSpPr>
            <a:spLocks noGrp="1"/>
          </p:cNvSpPr>
          <p:nvPr>
            <p:ph type="body" idx="1"/>
          </p:nvPr>
        </p:nvSpPr>
        <p:spPr>
          <a:xfrm>
            <a:off x="5876924" y="4460082"/>
            <a:ext cx="5470526" cy="715961"/>
          </a:xfrm>
        </p:spPr>
        <p:txBody>
          <a:bodyPr anchor="ctr">
            <a:normAutofit/>
          </a:bodyPr>
          <a:lstStyle>
            <a:lvl1pPr marL="0" indent="0">
              <a:buNone/>
              <a:defRPr sz="1800">
                <a:solidFill>
                  <a:schemeClr val="tx1"/>
                </a:solidFill>
                <a:latin typeface="Avenir Next LT Pro" panose="020B050402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9">
            <a:extLst>
              <a:ext uri="{FF2B5EF4-FFF2-40B4-BE49-F238E27FC236}">
                <a16:creationId xmlns:a16="http://schemas.microsoft.com/office/drawing/2014/main" id="{60F3DDAF-CB31-404B-8B1C-B8834DEDC2AB}"/>
              </a:ext>
            </a:extLst>
          </p:cNvPr>
          <p:cNvSpPr>
            <a:spLocks noGrp="1"/>
          </p:cNvSpPr>
          <p:nvPr>
            <p:ph type="pic" sz="quarter" idx="10"/>
          </p:nvPr>
        </p:nvSpPr>
        <p:spPr>
          <a:xfrm>
            <a:off x="-2514600" y="-355600"/>
            <a:ext cx="7569200" cy="7569200"/>
          </a:xfrm>
          <a:prstGeom prst="ellipse">
            <a:avLst/>
          </a:prstGeom>
        </p:spPr>
        <p:txBody>
          <a:bodyPr/>
          <a:lstStyle>
            <a:lvl1pPr marL="0" indent="0" algn="ctr">
              <a:buNone/>
              <a:defRPr>
                <a:solidFill>
                  <a:schemeClr val="bg1"/>
                </a:solidFill>
              </a:defRPr>
            </a:lvl1pPr>
          </a:lstStyle>
          <a:p>
            <a:r>
              <a:rPr lang="en-US"/>
              <a:t>Click icon to add picture</a:t>
            </a:r>
          </a:p>
        </p:txBody>
      </p:sp>
      <p:sp>
        <p:nvSpPr>
          <p:cNvPr id="5" name="Footer Placeholder 4">
            <a:extLst>
              <a:ext uri="{FF2B5EF4-FFF2-40B4-BE49-F238E27FC236}">
                <a16:creationId xmlns:a16="http://schemas.microsoft.com/office/drawing/2014/main" id="{E265113B-9F96-443B-AF8E-A153006ACE4F}"/>
              </a:ext>
            </a:extLst>
          </p:cNvPr>
          <p:cNvSpPr>
            <a:spLocks noGrp="1"/>
          </p:cNvSpPr>
          <p:nvPr>
            <p:ph type="ftr" sz="quarter" idx="11"/>
          </p:nvPr>
        </p:nvSpPr>
        <p:spPr>
          <a:xfrm>
            <a:off x="4038600" y="6419885"/>
            <a:ext cx="4114800" cy="210718"/>
          </a:xfrm>
          <a:prstGeom prst="rect">
            <a:avLst/>
          </a:prstGeom>
        </p:spPr>
        <p:txBody>
          <a:bodyPr/>
          <a:lstStyle/>
          <a:p>
            <a:r>
              <a:rPr lang="en-US"/>
              <a:t>Copyright 2019. </a:t>
            </a:r>
            <a:r>
              <a:rPr lang="en-US" err="1"/>
              <a:t>Zont</a:t>
            </a:r>
            <a:r>
              <a:rPr lang="en-US"/>
              <a:t> Digital, LLC.</a:t>
            </a:r>
          </a:p>
        </p:txBody>
      </p:sp>
      <p:grpSp>
        <p:nvGrpSpPr>
          <p:cNvPr id="23" name="Group 22">
            <a:extLst>
              <a:ext uri="{FF2B5EF4-FFF2-40B4-BE49-F238E27FC236}">
                <a16:creationId xmlns:a16="http://schemas.microsoft.com/office/drawing/2014/main" id="{4C41DCC7-B01F-4143-BF37-AB0428552AE8}"/>
              </a:ext>
            </a:extLst>
          </p:cNvPr>
          <p:cNvGrpSpPr/>
          <p:nvPr userDrawn="1"/>
        </p:nvGrpSpPr>
        <p:grpSpPr>
          <a:xfrm>
            <a:off x="10610330" y="325904"/>
            <a:ext cx="1354657" cy="342434"/>
            <a:chOff x="10848975" y="368300"/>
            <a:chExt cx="998538" cy="252413"/>
          </a:xfrm>
        </p:grpSpPr>
        <p:sp>
          <p:nvSpPr>
            <p:cNvPr id="17" name="Freeform 5">
              <a:extLst>
                <a:ext uri="{FF2B5EF4-FFF2-40B4-BE49-F238E27FC236}">
                  <a16:creationId xmlns:a16="http://schemas.microsoft.com/office/drawing/2014/main" id="{949BBC3B-99DC-42D1-8CC6-1DEFD268B2C1}"/>
                </a:ext>
              </a:extLst>
            </p:cNvPr>
            <p:cNvSpPr>
              <a:spLocks noEditPoints="1"/>
            </p:cNvSpPr>
            <p:nvPr userDrawn="1"/>
          </p:nvSpPr>
          <p:spPr bwMode="auto">
            <a:xfrm>
              <a:off x="10848975" y="457200"/>
              <a:ext cx="176213" cy="161925"/>
            </a:xfrm>
            <a:custGeom>
              <a:avLst/>
              <a:gdLst>
                <a:gd name="T0" fmla="*/ 648 w 2063"/>
                <a:gd name="T1" fmla="*/ 935 h 1881"/>
                <a:gd name="T2" fmla="*/ 648 w 2063"/>
                <a:gd name="T3" fmla="*/ 935 h 1881"/>
                <a:gd name="T4" fmla="*/ 679 w 2063"/>
                <a:gd name="T5" fmla="*/ 1096 h 1881"/>
                <a:gd name="T6" fmla="*/ 764 w 2063"/>
                <a:gd name="T7" fmla="*/ 1225 h 1881"/>
                <a:gd name="T8" fmla="*/ 892 w 2063"/>
                <a:gd name="T9" fmla="*/ 1312 h 1881"/>
                <a:gd name="T10" fmla="*/ 1052 w 2063"/>
                <a:gd name="T11" fmla="*/ 1343 h 1881"/>
                <a:gd name="T12" fmla="*/ 1209 w 2063"/>
                <a:gd name="T13" fmla="*/ 1312 h 1881"/>
                <a:gd name="T14" fmla="*/ 1337 w 2063"/>
                <a:gd name="T15" fmla="*/ 1225 h 1881"/>
                <a:gd name="T16" fmla="*/ 1423 w 2063"/>
                <a:gd name="T17" fmla="*/ 1098 h 1881"/>
                <a:gd name="T18" fmla="*/ 1456 w 2063"/>
                <a:gd name="T19" fmla="*/ 942 h 1881"/>
                <a:gd name="T20" fmla="*/ 1423 w 2063"/>
                <a:gd name="T21" fmla="*/ 785 h 1881"/>
                <a:gd name="T22" fmla="*/ 1337 w 2063"/>
                <a:gd name="T23" fmla="*/ 656 h 1881"/>
                <a:gd name="T24" fmla="*/ 1209 w 2063"/>
                <a:gd name="T25" fmla="*/ 570 h 1881"/>
                <a:gd name="T26" fmla="*/ 1052 w 2063"/>
                <a:gd name="T27" fmla="*/ 539 h 1881"/>
                <a:gd name="T28" fmla="*/ 892 w 2063"/>
                <a:gd name="T29" fmla="*/ 570 h 1881"/>
                <a:gd name="T30" fmla="*/ 764 w 2063"/>
                <a:gd name="T31" fmla="*/ 656 h 1881"/>
                <a:gd name="T32" fmla="*/ 679 w 2063"/>
                <a:gd name="T33" fmla="*/ 782 h 1881"/>
                <a:gd name="T34" fmla="*/ 648 w 2063"/>
                <a:gd name="T35" fmla="*/ 935 h 1881"/>
                <a:gd name="T36" fmla="*/ 1435 w 2063"/>
                <a:gd name="T37" fmla="*/ 56 h 1881"/>
                <a:gd name="T38" fmla="*/ 1435 w 2063"/>
                <a:gd name="T39" fmla="*/ 56 h 1881"/>
                <a:gd name="T40" fmla="*/ 2063 w 2063"/>
                <a:gd name="T41" fmla="*/ 56 h 1881"/>
                <a:gd name="T42" fmla="*/ 2063 w 2063"/>
                <a:gd name="T43" fmla="*/ 1826 h 1881"/>
                <a:gd name="T44" fmla="*/ 1435 w 2063"/>
                <a:gd name="T45" fmla="*/ 1826 h 1881"/>
                <a:gd name="T46" fmla="*/ 1435 w 2063"/>
                <a:gd name="T47" fmla="*/ 1629 h 1881"/>
                <a:gd name="T48" fmla="*/ 893 w 2063"/>
                <a:gd name="T49" fmla="*/ 1881 h 1881"/>
                <a:gd name="T50" fmla="*/ 538 w 2063"/>
                <a:gd name="T51" fmla="*/ 1810 h 1881"/>
                <a:gd name="T52" fmla="*/ 255 w 2063"/>
                <a:gd name="T53" fmla="*/ 1612 h 1881"/>
                <a:gd name="T54" fmla="*/ 67 w 2063"/>
                <a:gd name="T55" fmla="*/ 1312 h 1881"/>
                <a:gd name="T56" fmla="*/ 0 w 2063"/>
                <a:gd name="T57" fmla="*/ 935 h 1881"/>
                <a:gd name="T58" fmla="*/ 65 w 2063"/>
                <a:gd name="T59" fmla="*/ 575 h 1881"/>
                <a:gd name="T60" fmla="*/ 248 w 2063"/>
                <a:gd name="T61" fmla="*/ 276 h 1881"/>
                <a:gd name="T62" fmla="*/ 528 w 2063"/>
                <a:gd name="T63" fmla="*/ 74 h 1881"/>
                <a:gd name="T64" fmla="*/ 886 w 2063"/>
                <a:gd name="T65" fmla="*/ 0 h 1881"/>
                <a:gd name="T66" fmla="*/ 1435 w 2063"/>
                <a:gd name="T67" fmla="*/ 231 h 1881"/>
                <a:gd name="T68" fmla="*/ 1435 w 2063"/>
                <a:gd name="T69" fmla="*/ 56 h 1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63" h="1881">
                  <a:moveTo>
                    <a:pt x="648" y="935"/>
                  </a:moveTo>
                  <a:lnTo>
                    <a:pt x="648" y="935"/>
                  </a:lnTo>
                  <a:cubicBezTo>
                    <a:pt x="648" y="993"/>
                    <a:pt x="659" y="1047"/>
                    <a:pt x="679" y="1096"/>
                  </a:cubicBezTo>
                  <a:cubicBezTo>
                    <a:pt x="700" y="1145"/>
                    <a:pt x="728" y="1189"/>
                    <a:pt x="764" y="1225"/>
                  </a:cubicBezTo>
                  <a:cubicBezTo>
                    <a:pt x="800" y="1262"/>
                    <a:pt x="842" y="1291"/>
                    <a:pt x="892" y="1312"/>
                  </a:cubicBezTo>
                  <a:cubicBezTo>
                    <a:pt x="941" y="1332"/>
                    <a:pt x="995" y="1343"/>
                    <a:pt x="1052" y="1343"/>
                  </a:cubicBezTo>
                  <a:cubicBezTo>
                    <a:pt x="1107" y="1343"/>
                    <a:pt x="1160" y="1332"/>
                    <a:pt x="1209" y="1312"/>
                  </a:cubicBezTo>
                  <a:cubicBezTo>
                    <a:pt x="1259" y="1291"/>
                    <a:pt x="1301" y="1262"/>
                    <a:pt x="1337" y="1225"/>
                  </a:cubicBezTo>
                  <a:cubicBezTo>
                    <a:pt x="1372" y="1189"/>
                    <a:pt x="1401" y="1146"/>
                    <a:pt x="1423" y="1098"/>
                  </a:cubicBezTo>
                  <a:cubicBezTo>
                    <a:pt x="1445" y="1049"/>
                    <a:pt x="1456" y="998"/>
                    <a:pt x="1456" y="942"/>
                  </a:cubicBezTo>
                  <a:cubicBezTo>
                    <a:pt x="1456" y="887"/>
                    <a:pt x="1445" y="835"/>
                    <a:pt x="1423" y="785"/>
                  </a:cubicBezTo>
                  <a:cubicBezTo>
                    <a:pt x="1401" y="736"/>
                    <a:pt x="1372" y="693"/>
                    <a:pt x="1337" y="656"/>
                  </a:cubicBezTo>
                  <a:cubicBezTo>
                    <a:pt x="1301" y="619"/>
                    <a:pt x="1259" y="590"/>
                    <a:pt x="1209" y="570"/>
                  </a:cubicBezTo>
                  <a:cubicBezTo>
                    <a:pt x="1160" y="549"/>
                    <a:pt x="1107" y="539"/>
                    <a:pt x="1052" y="539"/>
                  </a:cubicBezTo>
                  <a:cubicBezTo>
                    <a:pt x="995" y="539"/>
                    <a:pt x="941" y="549"/>
                    <a:pt x="892" y="570"/>
                  </a:cubicBezTo>
                  <a:cubicBezTo>
                    <a:pt x="842" y="590"/>
                    <a:pt x="800" y="619"/>
                    <a:pt x="764" y="656"/>
                  </a:cubicBezTo>
                  <a:cubicBezTo>
                    <a:pt x="728" y="693"/>
                    <a:pt x="700" y="735"/>
                    <a:pt x="679" y="782"/>
                  </a:cubicBezTo>
                  <a:cubicBezTo>
                    <a:pt x="659" y="829"/>
                    <a:pt x="648" y="880"/>
                    <a:pt x="648" y="935"/>
                  </a:cubicBezTo>
                  <a:close/>
                  <a:moveTo>
                    <a:pt x="1435" y="56"/>
                  </a:moveTo>
                  <a:lnTo>
                    <a:pt x="1435" y="56"/>
                  </a:lnTo>
                  <a:lnTo>
                    <a:pt x="2063" y="56"/>
                  </a:lnTo>
                  <a:lnTo>
                    <a:pt x="2063" y="1826"/>
                  </a:lnTo>
                  <a:lnTo>
                    <a:pt x="1435" y="1826"/>
                  </a:lnTo>
                  <a:lnTo>
                    <a:pt x="1435" y="1629"/>
                  </a:lnTo>
                  <a:cubicBezTo>
                    <a:pt x="1302" y="1797"/>
                    <a:pt x="1121" y="1881"/>
                    <a:pt x="893" y="1881"/>
                  </a:cubicBezTo>
                  <a:cubicBezTo>
                    <a:pt x="764" y="1881"/>
                    <a:pt x="646" y="1857"/>
                    <a:pt x="538" y="1810"/>
                  </a:cubicBezTo>
                  <a:cubicBezTo>
                    <a:pt x="430" y="1763"/>
                    <a:pt x="335" y="1697"/>
                    <a:pt x="255" y="1612"/>
                  </a:cubicBezTo>
                  <a:cubicBezTo>
                    <a:pt x="174" y="1527"/>
                    <a:pt x="112" y="1427"/>
                    <a:pt x="67" y="1312"/>
                  </a:cubicBezTo>
                  <a:cubicBezTo>
                    <a:pt x="22" y="1197"/>
                    <a:pt x="0" y="1071"/>
                    <a:pt x="0" y="935"/>
                  </a:cubicBezTo>
                  <a:cubicBezTo>
                    <a:pt x="0" y="809"/>
                    <a:pt x="21" y="689"/>
                    <a:pt x="65" y="575"/>
                  </a:cubicBezTo>
                  <a:cubicBezTo>
                    <a:pt x="109" y="461"/>
                    <a:pt x="170" y="362"/>
                    <a:pt x="248" y="276"/>
                  </a:cubicBezTo>
                  <a:cubicBezTo>
                    <a:pt x="326" y="191"/>
                    <a:pt x="419" y="124"/>
                    <a:pt x="528" y="74"/>
                  </a:cubicBezTo>
                  <a:cubicBezTo>
                    <a:pt x="636" y="25"/>
                    <a:pt x="755" y="0"/>
                    <a:pt x="886" y="0"/>
                  </a:cubicBezTo>
                  <a:cubicBezTo>
                    <a:pt x="1107" y="0"/>
                    <a:pt x="1290" y="77"/>
                    <a:pt x="1435" y="231"/>
                  </a:cubicBezTo>
                  <a:lnTo>
                    <a:pt x="1435" y="56"/>
                  </a:lnTo>
                  <a:close/>
                </a:path>
              </a:pathLst>
            </a:custGeom>
            <a:solidFill>
              <a:srgbClr val="33303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sp>
          <p:nvSpPr>
            <p:cNvPr id="18" name="Freeform 6">
              <a:extLst>
                <a:ext uri="{FF2B5EF4-FFF2-40B4-BE49-F238E27FC236}">
                  <a16:creationId xmlns:a16="http://schemas.microsoft.com/office/drawing/2014/main" id="{AD6BC327-00B7-4104-A7A7-65278BACE841}"/>
                </a:ext>
              </a:extLst>
            </p:cNvPr>
            <p:cNvSpPr>
              <a:spLocks/>
            </p:cNvSpPr>
            <p:nvPr userDrawn="1"/>
          </p:nvSpPr>
          <p:spPr bwMode="auto">
            <a:xfrm>
              <a:off x="11060113" y="368300"/>
              <a:ext cx="53975" cy="246063"/>
            </a:xfrm>
            <a:custGeom>
              <a:avLst/>
              <a:gdLst>
                <a:gd name="T0" fmla="*/ 625 w 625"/>
                <a:gd name="T1" fmla="*/ 2863 h 2863"/>
                <a:gd name="T2" fmla="*/ 625 w 625"/>
                <a:gd name="T3" fmla="*/ 2863 h 2863"/>
                <a:gd name="T4" fmla="*/ 0 w 625"/>
                <a:gd name="T5" fmla="*/ 2863 h 2863"/>
                <a:gd name="T6" fmla="*/ 0 w 625"/>
                <a:gd name="T7" fmla="*/ 0 h 2863"/>
                <a:gd name="T8" fmla="*/ 625 w 625"/>
                <a:gd name="T9" fmla="*/ 0 h 2863"/>
                <a:gd name="T10" fmla="*/ 625 w 625"/>
                <a:gd name="T11" fmla="*/ 2863 h 2863"/>
              </a:gdLst>
              <a:ahLst/>
              <a:cxnLst>
                <a:cxn ang="0">
                  <a:pos x="T0" y="T1"/>
                </a:cxn>
                <a:cxn ang="0">
                  <a:pos x="T2" y="T3"/>
                </a:cxn>
                <a:cxn ang="0">
                  <a:pos x="T4" y="T5"/>
                </a:cxn>
                <a:cxn ang="0">
                  <a:pos x="T6" y="T7"/>
                </a:cxn>
                <a:cxn ang="0">
                  <a:pos x="T8" y="T9"/>
                </a:cxn>
                <a:cxn ang="0">
                  <a:pos x="T10" y="T11"/>
                </a:cxn>
              </a:cxnLst>
              <a:rect l="0" t="0" r="r" b="b"/>
              <a:pathLst>
                <a:path w="625" h="2863">
                  <a:moveTo>
                    <a:pt x="625" y="2863"/>
                  </a:moveTo>
                  <a:lnTo>
                    <a:pt x="625" y="2863"/>
                  </a:lnTo>
                  <a:lnTo>
                    <a:pt x="0" y="2863"/>
                  </a:lnTo>
                  <a:lnTo>
                    <a:pt x="0" y="0"/>
                  </a:lnTo>
                  <a:lnTo>
                    <a:pt x="625" y="0"/>
                  </a:lnTo>
                  <a:lnTo>
                    <a:pt x="625" y="2863"/>
                  </a:lnTo>
                  <a:close/>
                </a:path>
              </a:pathLst>
            </a:custGeom>
            <a:solidFill>
              <a:srgbClr val="33303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sp>
          <p:nvSpPr>
            <p:cNvPr id="19" name="Freeform 7">
              <a:extLst>
                <a:ext uri="{FF2B5EF4-FFF2-40B4-BE49-F238E27FC236}">
                  <a16:creationId xmlns:a16="http://schemas.microsoft.com/office/drawing/2014/main" id="{AB9A7201-7FFB-4735-BF26-D879D41B6830}"/>
                </a:ext>
              </a:extLst>
            </p:cNvPr>
            <p:cNvSpPr>
              <a:spLocks/>
            </p:cNvSpPr>
            <p:nvPr userDrawn="1"/>
          </p:nvSpPr>
          <p:spPr bwMode="auto">
            <a:xfrm>
              <a:off x="11141075" y="415925"/>
              <a:ext cx="101600" cy="198438"/>
            </a:xfrm>
            <a:custGeom>
              <a:avLst/>
              <a:gdLst>
                <a:gd name="T0" fmla="*/ 832 w 1188"/>
                <a:gd name="T1" fmla="*/ 1053 h 2302"/>
                <a:gd name="T2" fmla="*/ 832 w 1188"/>
                <a:gd name="T3" fmla="*/ 1053 h 2302"/>
                <a:gd name="T4" fmla="*/ 832 w 1188"/>
                <a:gd name="T5" fmla="*/ 2302 h 2302"/>
                <a:gd name="T6" fmla="*/ 207 w 1188"/>
                <a:gd name="T7" fmla="*/ 2302 h 2302"/>
                <a:gd name="T8" fmla="*/ 207 w 1188"/>
                <a:gd name="T9" fmla="*/ 1053 h 2302"/>
                <a:gd name="T10" fmla="*/ 0 w 1188"/>
                <a:gd name="T11" fmla="*/ 1053 h 2302"/>
                <a:gd name="T12" fmla="*/ 0 w 1188"/>
                <a:gd name="T13" fmla="*/ 532 h 2302"/>
                <a:gd name="T14" fmla="*/ 207 w 1188"/>
                <a:gd name="T15" fmla="*/ 532 h 2302"/>
                <a:gd name="T16" fmla="*/ 207 w 1188"/>
                <a:gd name="T17" fmla="*/ 0 h 2302"/>
                <a:gd name="T18" fmla="*/ 832 w 1188"/>
                <a:gd name="T19" fmla="*/ 0 h 2302"/>
                <a:gd name="T20" fmla="*/ 832 w 1188"/>
                <a:gd name="T21" fmla="*/ 532 h 2302"/>
                <a:gd name="T22" fmla="*/ 1188 w 1188"/>
                <a:gd name="T23" fmla="*/ 532 h 2302"/>
                <a:gd name="T24" fmla="*/ 1188 w 1188"/>
                <a:gd name="T25" fmla="*/ 1053 h 2302"/>
                <a:gd name="T26" fmla="*/ 832 w 1188"/>
                <a:gd name="T27" fmla="*/ 1053 h 2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88" h="2302">
                  <a:moveTo>
                    <a:pt x="832" y="1053"/>
                  </a:moveTo>
                  <a:lnTo>
                    <a:pt x="832" y="1053"/>
                  </a:lnTo>
                  <a:lnTo>
                    <a:pt x="832" y="2302"/>
                  </a:lnTo>
                  <a:lnTo>
                    <a:pt x="207" y="2302"/>
                  </a:lnTo>
                  <a:lnTo>
                    <a:pt x="207" y="1053"/>
                  </a:lnTo>
                  <a:lnTo>
                    <a:pt x="0" y="1053"/>
                  </a:lnTo>
                  <a:lnTo>
                    <a:pt x="0" y="532"/>
                  </a:lnTo>
                  <a:lnTo>
                    <a:pt x="207" y="532"/>
                  </a:lnTo>
                  <a:lnTo>
                    <a:pt x="207" y="0"/>
                  </a:lnTo>
                  <a:lnTo>
                    <a:pt x="832" y="0"/>
                  </a:lnTo>
                  <a:lnTo>
                    <a:pt x="832" y="532"/>
                  </a:lnTo>
                  <a:lnTo>
                    <a:pt x="1188" y="532"/>
                  </a:lnTo>
                  <a:lnTo>
                    <a:pt x="1188" y="1053"/>
                  </a:lnTo>
                  <a:lnTo>
                    <a:pt x="832" y="1053"/>
                  </a:lnTo>
                  <a:close/>
                </a:path>
              </a:pathLst>
            </a:custGeom>
            <a:solidFill>
              <a:srgbClr val="33303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sp>
          <p:nvSpPr>
            <p:cNvPr id="20" name="Freeform 8">
              <a:extLst>
                <a:ext uri="{FF2B5EF4-FFF2-40B4-BE49-F238E27FC236}">
                  <a16:creationId xmlns:a16="http://schemas.microsoft.com/office/drawing/2014/main" id="{BA78FE03-810F-4866-A020-CC6858B45E5A}"/>
                </a:ext>
              </a:extLst>
            </p:cNvPr>
            <p:cNvSpPr>
              <a:spLocks/>
            </p:cNvSpPr>
            <p:nvPr userDrawn="1"/>
          </p:nvSpPr>
          <p:spPr bwMode="auto">
            <a:xfrm>
              <a:off x="11263313" y="461963"/>
              <a:ext cx="160338" cy="158750"/>
            </a:xfrm>
            <a:custGeom>
              <a:avLst/>
              <a:gdLst>
                <a:gd name="T0" fmla="*/ 625 w 1885"/>
                <a:gd name="T1" fmla="*/ 0 h 1835"/>
                <a:gd name="T2" fmla="*/ 625 w 1885"/>
                <a:gd name="T3" fmla="*/ 0 h 1835"/>
                <a:gd name="T4" fmla="*/ 625 w 1885"/>
                <a:gd name="T5" fmla="*/ 997 h 1835"/>
                <a:gd name="T6" fmla="*/ 942 w 1885"/>
                <a:gd name="T7" fmla="*/ 1325 h 1835"/>
                <a:gd name="T8" fmla="*/ 1260 w 1885"/>
                <a:gd name="T9" fmla="*/ 997 h 1835"/>
                <a:gd name="T10" fmla="*/ 1260 w 1885"/>
                <a:gd name="T11" fmla="*/ 0 h 1835"/>
                <a:gd name="T12" fmla="*/ 1885 w 1885"/>
                <a:gd name="T13" fmla="*/ 0 h 1835"/>
                <a:gd name="T14" fmla="*/ 1885 w 1885"/>
                <a:gd name="T15" fmla="*/ 1118 h 1835"/>
                <a:gd name="T16" fmla="*/ 1648 w 1885"/>
                <a:gd name="T17" fmla="*/ 1656 h 1835"/>
                <a:gd name="T18" fmla="*/ 942 w 1885"/>
                <a:gd name="T19" fmla="*/ 1835 h 1835"/>
                <a:gd name="T20" fmla="*/ 237 w 1885"/>
                <a:gd name="T21" fmla="*/ 1656 h 1835"/>
                <a:gd name="T22" fmla="*/ 0 w 1885"/>
                <a:gd name="T23" fmla="*/ 1118 h 1835"/>
                <a:gd name="T24" fmla="*/ 0 w 1885"/>
                <a:gd name="T25" fmla="*/ 0 h 1835"/>
                <a:gd name="T26" fmla="*/ 625 w 1885"/>
                <a:gd name="T27" fmla="*/ 0 h 1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5" h="1835">
                  <a:moveTo>
                    <a:pt x="625" y="0"/>
                  </a:moveTo>
                  <a:lnTo>
                    <a:pt x="625" y="0"/>
                  </a:lnTo>
                  <a:lnTo>
                    <a:pt x="625" y="997"/>
                  </a:lnTo>
                  <a:cubicBezTo>
                    <a:pt x="625" y="1215"/>
                    <a:pt x="731" y="1325"/>
                    <a:pt x="942" y="1325"/>
                  </a:cubicBezTo>
                  <a:cubicBezTo>
                    <a:pt x="1154" y="1325"/>
                    <a:pt x="1260" y="1215"/>
                    <a:pt x="1260" y="997"/>
                  </a:cubicBezTo>
                  <a:lnTo>
                    <a:pt x="1260" y="0"/>
                  </a:lnTo>
                  <a:lnTo>
                    <a:pt x="1885" y="0"/>
                  </a:lnTo>
                  <a:lnTo>
                    <a:pt x="1885" y="1118"/>
                  </a:lnTo>
                  <a:cubicBezTo>
                    <a:pt x="1885" y="1357"/>
                    <a:pt x="1806" y="1536"/>
                    <a:pt x="1648" y="1656"/>
                  </a:cubicBezTo>
                  <a:cubicBezTo>
                    <a:pt x="1490" y="1776"/>
                    <a:pt x="1255" y="1835"/>
                    <a:pt x="942" y="1835"/>
                  </a:cubicBezTo>
                  <a:cubicBezTo>
                    <a:pt x="629" y="1835"/>
                    <a:pt x="394" y="1776"/>
                    <a:pt x="237" y="1656"/>
                  </a:cubicBezTo>
                  <a:cubicBezTo>
                    <a:pt x="79" y="1536"/>
                    <a:pt x="0" y="1357"/>
                    <a:pt x="0" y="1118"/>
                  </a:cubicBezTo>
                  <a:lnTo>
                    <a:pt x="0" y="0"/>
                  </a:lnTo>
                  <a:lnTo>
                    <a:pt x="625" y="0"/>
                  </a:lnTo>
                  <a:close/>
                </a:path>
              </a:pathLst>
            </a:custGeom>
            <a:solidFill>
              <a:srgbClr val="33303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sp>
          <p:nvSpPr>
            <p:cNvPr id="21" name="Freeform 9">
              <a:extLst>
                <a:ext uri="{FF2B5EF4-FFF2-40B4-BE49-F238E27FC236}">
                  <a16:creationId xmlns:a16="http://schemas.microsoft.com/office/drawing/2014/main" id="{A6D57E70-0957-4BA9-ACE6-659523316108}"/>
                </a:ext>
              </a:extLst>
            </p:cNvPr>
            <p:cNvSpPr>
              <a:spLocks noEditPoints="1"/>
            </p:cNvSpPr>
            <p:nvPr userDrawn="1"/>
          </p:nvSpPr>
          <p:spPr bwMode="auto">
            <a:xfrm>
              <a:off x="11452225" y="368300"/>
              <a:ext cx="176213" cy="250825"/>
            </a:xfrm>
            <a:custGeom>
              <a:avLst/>
              <a:gdLst>
                <a:gd name="T0" fmla="*/ 648 w 2063"/>
                <a:gd name="T1" fmla="*/ 1973 h 2919"/>
                <a:gd name="T2" fmla="*/ 648 w 2063"/>
                <a:gd name="T3" fmla="*/ 1973 h 2919"/>
                <a:gd name="T4" fmla="*/ 679 w 2063"/>
                <a:gd name="T5" fmla="*/ 2134 h 2919"/>
                <a:gd name="T6" fmla="*/ 764 w 2063"/>
                <a:gd name="T7" fmla="*/ 2263 h 2919"/>
                <a:gd name="T8" fmla="*/ 892 w 2063"/>
                <a:gd name="T9" fmla="*/ 2350 h 2919"/>
                <a:gd name="T10" fmla="*/ 1052 w 2063"/>
                <a:gd name="T11" fmla="*/ 2381 h 2919"/>
                <a:gd name="T12" fmla="*/ 1209 w 2063"/>
                <a:gd name="T13" fmla="*/ 2350 h 2919"/>
                <a:gd name="T14" fmla="*/ 1337 w 2063"/>
                <a:gd name="T15" fmla="*/ 2263 h 2919"/>
                <a:gd name="T16" fmla="*/ 1423 w 2063"/>
                <a:gd name="T17" fmla="*/ 2136 h 2919"/>
                <a:gd name="T18" fmla="*/ 1456 w 2063"/>
                <a:gd name="T19" fmla="*/ 1980 h 2919"/>
                <a:gd name="T20" fmla="*/ 1423 w 2063"/>
                <a:gd name="T21" fmla="*/ 1823 h 2919"/>
                <a:gd name="T22" fmla="*/ 1337 w 2063"/>
                <a:gd name="T23" fmla="*/ 1694 h 2919"/>
                <a:gd name="T24" fmla="*/ 1209 w 2063"/>
                <a:gd name="T25" fmla="*/ 1608 h 2919"/>
                <a:gd name="T26" fmla="*/ 1052 w 2063"/>
                <a:gd name="T27" fmla="*/ 1577 h 2919"/>
                <a:gd name="T28" fmla="*/ 895 w 2063"/>
                <a:gd name="T29" fmla="*/ 1608 h 2919"/>
                <a:gd name="T30" fmla="*/ 767 w 2063"/>
                <a:gd name="T31" fmla="*/ 1694 h 2919"/>
                <a:gd name="T32" fmla="*/ 681 w 2063"/>
                <a:gd name="T33" fmla="*/ 1820 h 2919"/>
                <a:gd name="T34" fmla="*/ 648 w 2063"/>
                <a:gd name="T35" fmla="*/ 1973 h 2919"/>
                <a:gd name="T36" fmla="*/ 1435 w 2063"/>
                <a:gd name="T37" fmla="*/ 0 h 2919"/>
                <a:gd name="T38" fmla="*/ 1435 w 2063"/>
                <a:gd name="T39" fmla="*/ 0 h 2919"/>
                <a:gd name="T40" fmla="*/ 2063 w 2063"/>
                <a:gd name="T41" fmla="*/ 0 h 2919"/>
                <a:gd name="T42" fmla="*/ 2063 w 2063"/>
                <a:gd name="T43" fmla="*/ 2864 h 2919"/>
                <a:gd name="T44" fmla="*/ 1435 w 2063"/>
                <a:gd name="T45" fmla="*/ 2864 h 2919"/>
                <a:gd name="T46" fmla="*/ 1435 w 2063"/>
                <a:gd name="T47" fmla="*/ 2667 h 2919"/>
                <a:gd name="T48" fmla="*/ 893 w 2063"/>
                <a:gd name="T49" fmla="*/ 2919 h 2919"/>
                <a:gd name="T50" fmla="*/ 538 w 2063"/>
                <a:gd name="T51" fmla="*/ 2847 h 2919"/>
                <a:gd name="T52" fmla="*/ 255 w 2063"/>
                <a:gd name="T53" fmla="*/ 2646 h 2919"/>
                <a:gd name="T54" fmla="*/ 67 w 2063"/>
                <a:gd name="T55" fmla="*/ 2346 h 2919"/>
                <a:gd name="T56" fmla="*/ 0 w 2063"/>
                <a:gd name="T57" fmla="*/ 1973 h 2919"/>
                <a:gd name="T58" fmla="*/ 63 w 2063"/>
                <a:gd name="T59" fmla="*/ 1613 h 2919"/>
                <a:gd name="T60" fmla="*/ 245 w 2063"/>
                <a:gd name="T61" fmla="*/ 1314 h 2919"/>
                <a:gd name="T62" fmla="*/ 526 w 2063"/>
                <a:gd name="T63" fmla="*/ 1112 h 2919"/>
                <a:gd name="T64" fmla="*/ 886 w 2063"/>
                <a:gd name="T65" fmla="*/ 1038 h 2919"/>
                <a:gd name="T66" fmla="*/ 1435 w 2063"/>
                <a:gd name="T67" fmla="*/ 1269 h 2919"/>
                <a:gd name="T68" fmla="*/ 1435 w 2063"/>
                <a:gd name="T69" fmla="*/ 0 h 29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63" h="2919">
                  <a:moveTo>
                    <a:pt x="648" y="1973"/>
                  </a:moveTo>
                  <a:lnTo>
                    <a:pt x="648" y="1973"/>
                  </a:lnTo>
                  <a:cubicBezTo>
                    <a:pt x="648" y="2031"/>
                    <a:pt x="659" y="2085"/>
                    <a:pt x="679" y="2134"/>
                  </a:cubicBezTo>
                  <a:cubicBezTo>
                    <a:pt x="700" y="2183"/>
                    <a:pt x="728" y="2227"/>
                    <a:pt x="764" y="2263"/>
                  </a:cubicBezTo>
                  <a:cubicBezTo>
                    <a:pt x="800" y="2300"/>
                    <a:pt x="842" y="2329"/>
                    <a:pt x="892" y="2350"/>
                  </a:cubicBezTo>
                  <a:cubicBezTo>
                    <a:pt x="941" y="2370"/>
                    <a:pt x="995" y="2381"/>
                    <a:pt x="1052" y="2381"/>
                  </a:cubicBezTo>
                  <a:cubicBezTo>
                    <a:pt x="1107" y="2381"/>
                    <a:pt x="1160" y="2370"/>
                    <a:pt x="1209" y="2350"/>
                  </a:cubicBezTo>
                  <a:cubicBezTo>
                    <a:pt x="1259" y="2329"/>
                    <a:pt x="1301" y="2300"/>
                    <a:pt x="1337" y="2263"/>
                  </a:cubicBezTo>
                  <a:cubicBezTo>
                    <a:pt x="1372" y="2227"/>
                    <a:pt x="1401" y="2184"/>
                    <a:pt x="1423" y="2136"/>
                  </a:cubicBezTo>
                  <a:cubicBezTo>
                    <a:pt x="1445" y="2087"/>
                    <a:pt x="1456" y="2036"/>
                    <a:pt x="1456" y="1980"/>
                  </a:cubicBezTo>
                  <a:cubicBezTo>
                    <a:pt x="1456" y="1925"/>
                    <a:pt x="1445" y="1873"/>
                    <a:pt x="1423" y="1823"/>
                  </a:cubicBezTo>
                  <a:cubicBezTo>
                    <a:pt x="1401" y="1774"/>
                    <a:pt x="1372" y="1731"/>
                    <a:pt x="1337" y="1694"/>
                  </a:cubicBezTo>
                  <a:cubicBezTo>
                    <a:pt x="1301" y="1657"/>
                    <a:pt x="1259" y="1628"/>
                    <a:pt x="1209" y="1608"/>
                  </a:cubicBezTo>
                  <a:cubicBezTo>
                    <a:pt x="1160" y="1587"/>
                    <a:pt x="1107" y="1577"/>
                    <a:pt x="1052" y="1577"/>
                  </a:cubicBezTo>
                  <a:cubicBezTo>
                    <a:pt x="997" y="1577"/>
                    <a:pt x="945" y="1587"/>
                    <a:pt x="895" y="1608"/>
                  </a:cubicBezTo>
                  <a:cubicBezTo>
                    <a:pt x="846" y="1628"/>
                    <a:pt x="803" y="1657"/>
                    <a:pt x="767" y="1694"/>
                  </a:cubicBezTo>
                  <a:cubicBezTo>
                    <a:pt x="732" y="1731"/>
                    <a:pt x="703" y="1773"/>
                    <a:pt x="681" y="1820"/>
                  </a:cubicBezTo>
                  <a:cubicBezTo>
                    <a:pt x="659" y="1867"/>
                    <a:pt x="648" y="1918"/>
                    <a:pt x="648" y="1973"/>
                  </a:cubicBezTo>
                  <a:close/>
                  <a:moveTo>
                    <a:pt x="1435" y="0"/>
                  </a:moveTo>
                  <a:lnTo>
                    <a:pt x="1435" y="0"/>
                  </a:lnTo>
                  <a:lnTo>
                    <a:pt x="2063" y="0"/>
                  </a:lnTo>
                  <a:lnTo>
                    <a:pt x="2063" y="2864"/>
                  </a:lnTo>
                  <a:lnTo>
                    <a:pt x="1435" y="2864"/>
                  </a:lnTo>
                  <a:lnTo>
                    <a:pt x="1435" y="2667"/>
                  </a:lnTo>
                  <a:cubicBezTo>
                    <a:pt x="1302" y="2835"/>
                    <a:pt x="1121" y="2919"/>
                    <a:pt x="893" y="2919"/>
                  </a:cubicBezTo>
                  <a:cubicBezTo>
                    <a:pt x="765" y="2919"/>
                    <a:pt x="646" y="2895"/>
                    <a:pt x="538" y="2847"/>
                  </a:cubicBezTo>
                  <a:cubicBezTo>
                    <a:pt x="430" y="2798"/>
                    <a:pt x="335" y="2732"/>
                    <a:pt x="255" y="2646"/>
                  </a:cubicBezTo>
                  <a:cubicBezTo>
                    <a:pt x="174" y="2561"/>
                    <a:pt x="112" y="2461"/>
                    <a:pt x="67" y="2346"/>
                  </a:cubicBezTo>
                  <a:cubicBezTo>
                    <a:pt x="22" y="2231"/>
                    <a:pt x="0" y="2107"/>
                    <a:pt x="0" y="1973"/>
                  </a:cubicBezTo>
                  <a:cubicBezTo>
                    <a:pt x="0" y="1847"/>
                    <a:pt x="21" y="1727"/>
                    <a:pt x="63" y="1613"/>
                  </a:cubicBezTo>
                  <a:cubicBezTo>
                    <a:pt x="106" y="1499"/>
                    <a:pt x="166" y="1400"/>
                    <a:pt x="245" y="1314"/>
                  </a:cubicBezTo>
                  <a:cubicBezTo>
                    <a:pt x="323" y="1229"/>
                    <a:pt x="417" y="1162"/>
                    <a:pt x="526" y="1112"/>
                  </a:cubicBezTo>
                  <a:cubicBezTo>
                    <a:pt x="635" y="1063"/>
                    <a:pt x="755" y="1038"/>
                    <a:pt x="886" y="1038"/>
                  </a:cubicBezTo>
                  <a:cubicBezTo>
                    <a:pt x="1107" y="1038"/>
                    <a:pt x="1290" y="1115"/>
                    <a:pt x="1435" y="1269"/>
                  </a:cubicBezTo>
                  <a:lnTo>
                    <a:pt x="1435" y="0"/>
                  </a:lnTo>
                  <a:close/>
                </a:path>
              </a:pathLst>
            </a:custGeom>
            <a:solidFill>
              <a:srgbClr val="33303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sp>
          <p:nvSpPr>
            <p:cNvPr id="22" name="Freeform 10">
              <a:extLst>
                <a:ext uri="{FF2B5EF4-FFF2-40B4-BE49-F238E27FC236}">
                  <a16:creationId xmlns:a16="http://schemas.microsoft.com/office/drawing/2014/main" id="{8BD72547-37E8-4F26-B530-5966D5E623F8}"/>
                </a:ext>
              </a:extLst>
            </p:cNvPr>
            <p:cNvSpPr>
              <a:spLocks noEditPoints="1"/>
            </p:cNvSpPr>
            <p:nvPr userDrawn="1"/>
          </p:nvSpPr>
          <p:spPr bwMode="auto">
            <a:xfrm>
              <a:off x="11664950" y="368300"/>
              <a:ext cx="182563" cy="163513"/>
            </a:xfrm>
            <a:custGeom>
              <a:avLst/>
              <a:gdLst>
                <a:gd name="T0" fmla="*/ 659 w 2126"/>
                <a:gd name="T1" fmla="*/ 941 h 1901"/>
                <a:gd name="T2" fmla="*/ 659 w 2126"/>
                <a:gd name="T3" fmla="*/ 941 h 1901"/>
                <a:gd name="T4" fmla="*/ 692 w 2126"/>
                <a:gd name="T5" fmla="*/ 1105 h 1901"/>
                <a:gd name="T6" fmla="*/ 778 w 2126"/>
                <a:gd name="T7" fmla="*/ 1235 h 1901"/>
                <a:gd name="T8" fmla="*/ 906 w 2126"/>
                <a:gd name="T9" fmla="*/ 1321 h 1901"/>
                <a:gd name="T10" fmla="*/ 1063 w 2126"/>
                <a:gd name="T11" fmla="*/ 1352 h 1901"/>
                <a:gd name="T12" fmla="*/ 1220 w 2126"/>
                <a:gd name="T13" fmla="*/ 1321 h 1901"/>
                <a:gd name="T14" fmla="*/ 1347 w 2126"/>
                <a:gd name="T15" fmla="*/ 1235 h 1901"/>
                <a:gd name="T16" fmla="*/ 1434 w 2126"/>
                <a:gd name="T17" fmla="*/ 1105 h 1901"/>
                <a:gd name="T18" fmla="*/ 1466 w 2126"/>
                <a:gd name="T19" fmla="*/ 945 h 1901"/>
                <a:gd name="T20" fmla="*/ 1434 w 2126"/>
                <a:gd name="T21" fmla="*/ 788 h 1901"/>
                <a:gd name="T22" fmla="*/ 1347 w 2126"/>
                <a:gd name="T23" fmla="*/ 658 h 1901"/>
                <a:gd name="T24" fmla="*/ 1220 w 2126"/>
                <a:gd name="T25" fmla="*/ 572 h 1901"/>
                <a:gd name="T26" fmla="*/ 1063 w 2126"/>
                <a:gd name="T27" fmla="*/ 541 h 1901"/>
                <a:gd name="T28" fmla="*/ 906 w 2126"/>
                <a:gd name="T29" fmla="*/ 572 h 1901"/>
                <a:gd name="T30" fmla="*/ 778 w 2126"/>
                <a:gd name="T31" fmla="*/ 658 h 1901"/>
                <a:gd name="T32" fmla="*/ 692 w 2126"/>
                <a:gd name="T33" fmla="*/ 786 h 1901"/>
                <a:gd name="T34" fmla="*/ 659 w 2126"/>
                <a:gd name="T35" fmla="*/ 941 h 1901"/>
                <a:gd name="T36" fmla="*/ 0 w 2126"/>
                <a:gd name="T37" fmla="*/ 934 h 1901"/>
                <a:gd name="T38" fmla="*/ 0 w 2126"/>
                <a:gd name="T39" fmla="*/ 934 h 1901"/>
                <a:gd name="T40" fmla="*/ 79 w 2126"/>
                <a:gd name="T41" fmla="*/ 567 h 1901"/>
                <a:gd name="T42" fmla="*/ 300 w 2126"/>
                <a:gd name="T43" fmla="*/ 270 h 1901"/>
                <a:gd name="T44" fmla="*/ 636 w 2126"/>
                <a:gd name="T45" fmla="*/ 71 h 1901"/>
                <a:gd name="T46" fmla="*/ 1063 w 2126"/>
                <a:gd name="T47" fmla="*/ 0 h 1901"/>
                <a:gd name="T48" fmla="*/ 1485 w 2126"/>
                <a:gd name="T49" fmla="*/ 70 h 1901"/>
                <a:gd name="T50" fmla="*/ 1824 w 2126"/>
                <a:gd name="T51" fmla="*/ 266 h 1901"/>
                <a:gd name="T52" fmla="*/ 2046 w 2126"/>
                <a:gd name="T53" fmla="*/ 567 h 1901"/>
                <a:gd name="T54" fmla="*/ 2126 w 2126"/>
                <a:gd name="T55" fmla="*/ 952 h 1901"/>
                <a:gd name="T56" fmla="*/ 2044 w 2126"/>
                <a:gd name="T57" fmla="*/ 1336 h 1901"/>
                <a:gd name="T58" fmla="*/ 1822 w 2126"/>
                <a:gd name="T59" fmla="*/ 1637 h 1901"/>
                <a:gd name="T60" fmla="*/ 1482 w 2126"/>
                <a:gd name="T61" fmla="*/ 1832 h 1901"/>
                <a:gd name="T62" fmla="*/ 1052 w 2126"/>
                <a:gd name="T63" fmla="*/ 1901 h 1901"/>
                <a:gd name="T64" fmla="*/ 631 w 2126"/>
                <a:gd name="T65" fmla="*/ 1832 h 1901"/>
                <a:gd name="T66" fmla="*/ 298 w 2126"/>
                <a:gd name="T67" fmla="*/ 1635 h 1901"/>
                <a:gd name="T68" fmla="*/ 79 w 2126"/>
                <a:gd name="T69" fmla="*/ 1329 h 1901"/>
                <a:gd name="T70" fmla="*/ 0 w 2126"/>
                <a:gd name="T71" fmla="*/ 934 h 1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26" h="1901">
                  <a:moveTo>
                    <a:pt x="659" y="941"/>
                  </a:moveTo>
                  <a:lnTo>
                    <a:pt x="659" y="941"/>
                  </a:lnTo>
                  <a:cubicBezTo>
                    <a:pt x="659" y="1001"/>
                    <a:pt x="670" y="1056"/>
                    <a:pt x="692" y="1105"/>
                  </a:cubicBezTo>
                  <a:cubicBezTo>
                    <a:pt x="713" y="1155"/>
                    <a:pt x="742" y="1198"/>
                    <a:pt x="778" y="1235"/>
                  </a:cubicBezTo>
                  <a:cubicBezTo>
                    <a:pt x="813" y="1271"/>
                    <a:pt x="856" y="1300"/>
                    <a:pt x="906" y="1321"/>
                  </a:cubicBezTo>
                  <a:cubicBezTo>
                    <a:pt x="955" y="1341"/>
                    <a:pt x="1007" y="1352"/>
                    <a:pt x="1063" y="1352"/>
                  </a:cubicBezTo>
                  <a:cubicBezTo>
                    <a:pt x="1118" y="1352"/>
                    <a:pt x="1170" y="1341"/>
                    <a:pt x="1220" y="1321"/>
                  </a:cubicBezTo>
                  <a:cubicBezTo>
                    <a:pt x="1269" y="1300"/>
                    <a:pt x="1312" y="1271"/>
                    <a:pt x="1347" y="1235"/>
                  </a:cubicBezTo>
                  <a:cubicBezTo>
                    <a:pt x="1383" y="1198"/>
                    <a:pt x="1412" y="1155"/>
                    <a:pt x="1434" y="1105"/>
                  </a:cubicBezTo>
                  <a:cubicBezTo>
                    <a:pt x="1455" y="1056"/>
                    <a:pt x="1466" y="1002"/>
                    <a:pt x="1466" y="945"/>
                  </a:cubicBezTo>
                  <a:cubicBezTo>
                    <a:pt x="1466" y="889"/>
                    <a:pt x="1455" y="837"/>
                    <a:pt x="1434" y="788"/>
                  </a:cubicBezTo>
                  <a:cubicBezTo>
                    <a:pt x="1412" y="738"/>
                    <a:pt x="1383" y="695"/>
                    <a:pt x="1347" y="658"/>
                  </a:cubicBezTo>
                  <a:cubicBezTo>
                    <a:pt x="1312" y="621"/>
                    <a:pt x="1269" y="593"/>
                    <a:pt x="1220" y="572"/>
                  </a:cubicBezTo>
                  <a:cubicBezTo>
                    <a:pt x="1170" y="551"/>
                    <a:pt x="1118" y="541"/>
                    <a:pt x="1063" y="541"/>
                  </a:cubicBezTo>
                  <a:cubicBezTo>
                    <a:pt x="1007" y="541"/>
                    <a:pt x="955" y="551"/>
                    <a:pt x="906" y="572"/>
                  </a:cubicBezTo>
                  <a:cubicBezTo>
                    <a:pt x="856" y="593"/>
                    <a:pt x="813" y="621"/>
                    <a:pt x="778" y="658"/>
                  </a:cubicBezTo>
                  <a:cubicBezTo>
                    <a:pt x="742" y="695"/>
                    <a:pt x="713" y="738"/>
                    <a:pt x="692" y="786"/>
                  </a:cubicBezTo>
                  <a:cubicBezTo>
                    <a:pt x="670" y="834"/>
                    <a:pt x="659" y="886"/>
                    <a:pt x="659" y="941"/>
                  </a:cubicBezTo>
                  <a:close/>
                  <a:moveTo>
                    <a:pt x="0" y="934"/>
                  </a:moveTo>
                  <a:lnTo>
                    <a:pt x="0" y="934"/>
                  </a:lnTo>
                  <a:cubicBezTo>
                    <a:pt x="0" y="803"/>
                    <a:pt x="26" y="681"/>
                    <a:pt x="79" y="567"/>
                  </a:cubicBezTo>
                  <a:cubicBezTo>
                    <a:pt x="132" y="453"/>
                    <a:pt x="206" y="354"/>
                    <a:pt x="300" y="270"/>
                  </a:cubicBezTo>
                  <a:cubicBezTo>
                    <a:pt x="394" y="186"/>
                    <a:pt x="506" y="120"/>
                    <a:pt x="636" y="71"/>
                  </a:cubicBezTo>
                  <a:cubicBezTo>
                    <a:pt x="766" y="23"/>
                    <a:pt x="908" y="0"/>
                    <a:pt x="1063" y="0"/>
                  </a:cubicBezTo>
                  <a:cubicBezTo>
                    <a:pt x="1214" y="0"/>
                    <a:pt x="1355" y="23"/>
                    <a:pt x="1485" y="70"/>
                  </a:cubicBezTo>
                  <a:cubicBezTo>
                    <a:pt x="1615" y="117"/>
                    <a:pt x="1728" y="183"/>
                    <a:pt x="1824" y="266"/>
                  </a:cubicBezTo>
                  <a:cubicBezTo>
                    <a:pt x="1919" y="350"/>
                    <a:pt x="1993" y="451"/>
                    <a:pt x="2046" y="567"/>
                  </a:cubicBezTo>
                  <a:cubicBezTo>
                    <a:pt x="2099" y="683"/>
                    <a:pt x="2126" y="811"/>
                    <a:pt x="2126" y="952"/>
                  </a:cubicBezTo>
                  <a:cubicBezTo>
                    <a:pt x="2126" y="1092"/>
                    <a:pt x="2098" y="1220"/>
                    <a:pt x="2044" y="1336"/>
                  </a:cubicBezTo>
                  <a:cubicBezTo>
                    <a:pt x="1990" y="1452"/>
                    <a:pt x="1916" y="1553"/>
                    <a:pt x="1822" y="1637"/>
                  </a:cubicBezTo>
                  <a:cubicBezTo>
                    <a:pt x="1727" y="1721"/>
                    <a:pt x="1614" y="1786"/>
                    <a:pt x="1482" y="1832"/>
                  </a:cubicBezTo>
                  <a:cubicBezTo>
                    <a:pt x="1350" y="1878"/>
                    <a:pt x="1206" y="1901"/>
                    <a:pt x="1052" y="1901"/>
                  </a:cubicBezTo>
                  <a:cubicBezTo>
                    <a:pt x="900" y="1901"/>
                    <a:pt x="760" y="1878"/>
                    <a:pt x="631" y="1832"/>
                  </a:cubicBezTo>
                  <a:cubicBezTo>
                    <a:pt x="502" y="1786"/>
                    <a:pt x="391" y="1720"/>
                    <a:pt x="298" y="1635"/>
                  </a:cubicBezTo>
                  <a:cubicBezTo>
                    <a:pt x="205" y="1550"/>
                    <a:pt x="132" y="1448"/>
                    <a:pt x="79" y="1329"/>
                  </a:cubicBezTo>
                  <a:cubicBezTo>
                    <a:pt x="26" y="1211"/>
                    <a:pt x="0" y="1079"/>
                    <a:pt x="0" y="934"/>
                  </a:cubicBez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venir Next Medium" panose="020B0503020202020204" pitchFamily="34" charset="0"/>
              </a:endParaRPr>
            </a:p>
          </p:txBody>
        </p:sp>
      </p:grpSp>
      <p:sp>
        <p:nvSpPr>
          <p:cNvPr id="16" name="Slide Number Placeholder 5">
            <a:extLst>
              <a:ext uri="{FF2B5EF4-FFF2-40B4-BE49-F238E27FC236}">
                <a16:creationId xmlns:a16="http://schemas.microsoft.com/office/drawing/2014/main" id="{71FCC1F4-AC9B-6C43-82CE-F66F73017E29}"/>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b="0" i="0">
                <a:solidFill>
                  <a:srgbClr val="2E2E2E"/>
                </a:solidFill>
                <a:latin typeface="Avenir Next Medium" panose="020B0503020202020204" pitchFamily="34" charset="0"/>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3493450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156C24B-C403-464D-9707-7636534C8333}"/>
              </a:ext>
            </a:extLst>
          </p:cNvPr>
          <p:cNvSpPr>
            <a:spLocks noGrp="1"/>
          </p:cNvSpPr>
          <p:nvPr>
            <p:ph type="pic" sz="quarter" idx="14"/>
          </p:nvPr>
        </p:nvSpPr>
        <p:spPr>
          <a:xfrm>
            <a:off x="0" y="133109"/>
            <a:ext cx="12192000" cy="6858000"/>
          </a:xfrm>
          <a:custGeom>
            <a:avLst/>
            <a:gdLst>
              <a:gd name="connsiteX0" fmla="*/ 3270250 w 12192000"/>
              <a:gd name="connsiteY0" fmla="*/ 1993900 h 6858000"/>
              <a:gd name="connsiteX1" fmla="*/ 3270250 w 12192000"/>
              <a:gd name="connsiteY1" fmla="*/ 4864100 h 6858000"/>
              <a:gd name="connsiteX2" fmla="*/ 8921750 w 12192000"/>
              <a:gd name="connsiteY2" fmla="*/ 4864100 h 6858000"/>
              <a:gd name="connsiteX3" fmla="*/ 8921750 w 12192000"/>
              <a:gd name="connsiteY3" fmla="*/ 199390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270250" y="1993900"/>
                </a:moveTo>
                <a:lnTo>
                  <a:pt x="3270250" y="4864100"/>
                </a:lnTo>
                <a:lnTo>
                  <a:pt x="8921750" y="4864100"/>
                </a:lnTo>
                <a:lnTo>
                  <a:pt x="8921750" y="1993900"/>
                </a:lnTo>
                <a:close/>
                <a:moveTo>
                  <a:pt x="0" y="0"/>
                </a:moveTo>
                <a:lnTo>
                  <a:pt x="12192000" y="0"/>
                </a:lnTo>
                <a:lnTo>
                  <a:pt x="12192000" y="6858000"/>
                </a:lnTo>
                <a:lnTo>
                  <a:pt x="0" y="6858000"/>
                </a:lnTo>
                <a:close/>
              </a:path>
            </a:pathLst>
          </a:custGeom>
          <a:solidFill>
            <a:schemeClr val="bg1">
              <a:lumMod val="95000"/>
            </a:schemeClr>
          </a:solidFill>
        </p:spPr>
        <p:txBody>
          <a:bodyPr wrap="square">
            <a:noAutofit/>
          </a:bodyPr>
          <a:lstStyle/>
          <a:p>
            <a:r>
              <a:rPr lang="en-US"/>
              <a:t>Click icon to add picture</a:t>
            </a:r>
          </a:p>
        </p:txBody>
      </p:sp>
      <p:sp>
        <p:nvSpPr>
          <p:cNvPr id="11" name="Rectangle 10">
            <a:extLst>
              <a:ext uri="{FF2B5EF4-FFF2-40B4-BE49-F238E27FC236}">
                <a16:creationId xmlns:a16="http://schemas.microsoft.com/office/drawing/2014/main" id="{60558FFA-90A4-4D2E-B40E-4027763D70F9}"/>
              </a:ext>
            </a:extLst>
          </p:cNvPr>
          <p:cNvSpPr/>
          <p:nvPr userDrawn="1"/>
        </p:nvSpPr>
        <p:spPr>
          <a:xfrm>
            <a:off x="3251200" y="1974850"/>
            <a:ext cx="5689600" cy="2908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3" name="Text Placeholder 12">
            <a:extLst>
              <a:ext uri="{FF2B5EF4-FFF2-40B4-BE49-F238E27FC236}">
                <a16:creationId xmlns:a16="http://schemas.microsoft.com/office/drawing/2014/main" id="{72C5832F-9370-40E0-B629-701B79CEA7D1}"/>
              </a:ext>
            </a:extLst>
          </p:cNvPr>
          <p:cNvSpPr>
            <a:spLocks noGrp="1"/>
          </p:cNvSpPr>
          <p:nvPr>
            <p:ph type="body" sz="quarter" idx="15"/>
          </p:nvPr>
        </p:nvSpPr>
        <p:spPr>
          <a:xfrm>
            <a:off x="3486150" y="2216150"/>
            <a:ext cx="5219700" cy="2425700"/>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7BFEE69A-7A49-4AB9-B53F-2D49B2C2975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7013" y="6419357"/>
            <a:ext cx="997200" cy="250438"/>
          </a:xfrm>
          <a:prstGeom prst="rect">
            <a:avLst/>
          </a:prstGeom>
        </p:spPr>
      </p:pic>
      <p:sp>
        <p:nvSpPr>
          <p:cNvPr id="8" name="Slide Number Placeholder 5">
            <a:extLst>
              <a:ext uri="{FF2B5EF4-FFF2-40B4-BE49-F238E27FC236}">
                <a16:creationId xmlns:a16="http://schemas.microsoft.com/office/drawing/2014/main" id="{E3328E2E-96B5-754B-9CE9-1F8DE5E66A3A}"/>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b="0" i="0">
                <a:solidFill>
                  <a:srgbClr val="2E2E2E"/>
                </a:solidFill>
                <a:latin typeface="Avenir Next Medium" panose="020B0503020202020204" pitchFamily="34" charset="0"/>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435117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7864E-ED3B-4E21-99DB-97F3E4A4C987}"/>
              </a:ext>
            </a:extLst>
          </p:cNvPr>
          <p:cNvSpPr>
            <a:spLocks noGrp="1"/>
          </p:cNvSpPr>
          <p:nvPr>
            <p:ph type="title"/>
          </p:nvPr>
        </p:nvSpPr>
        <p:spPr>
          <a:xfrm>
            <a:off x="227013" y="225426"/>
            <a:ext cx="11737975" cy="714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2E5C6EE-2692-4534-AF48-87BB6D54F106}"/>
              </a:ext>
            </a:extLst>
          </p:cNvPr>
          <p:cNvSpPr>
            <a:spLocks noGrp="1"/>
          </p:cNvSpPr>
          <p:nvPr>
            <p:ph sz="half" idx="1"/>
          </p:nvPr>
        </p:nvSpPr>
        <p:spPr>
          <a:xfrm>
            <a:off x="227012" y="1168400"/>
            <a:ext cx="5760000" cy="4972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5251EC-9C60-45C1-A305-203B2AE27F41}"/>
              </a:ext>
            </a:extLst>
          </p:cNvPr>
          <p:cNvSpPr>
            <a:spLocks noGrp="1"/>
          </p:cNvSpPr>
          <p:nvPr>
            <p:ph sz="half" idx="2"/>
          </p:nvPr>
        </p:nvSpPr>
        <p:spPr>
          <a:xfrm>
            <a:off x="6204988" y="1168400"/>
            <a:ext cx="5760000" cy="4972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62EB715-C9F0-4FB8-ABAB-156648E58D88}"/>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Tree>
    <p:extLst>
      <p:ext uri="{BB962C8B-B14F-4D97-AF65-F5344CB8AC3E}">
        <p14:creationId xmlns:p14="http://schemas.microsoft.com/office/powerpoint/2010/main" val="24865783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1D237-D6ED-4A70-82BE-3EAC9227266D}"/>
              </a:ext>
            </a:extLst>
          </p:cNvPr>
          <p:cNvSpPr>
            <a:spLocks noGrp="1"/>
          </p:cNvSpPr>
          <p:nvPr>
            <p:ph type="title"/>
          </p:nvPr>
        </p:nvSpPr>
        <p:spPr>
          <a:xfrm>
            <a:off x="227013" y="227397"/>
            <a:ext cx="11737975" cy="7060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26224A-8AC0-44A4-BFB2-18727A8573BD}"/>
              </a:ext>
            </a:extLst>
          </p:cNvPr>
          <p:cNvSpPr>
            <a:spLocks noGrp="1"/>
          </p:cNvSpPr>
          <p:nvPr>
            <p:ph type="body" idx="1"/>
          </p:nvPr>
        </p:nvSpPr>
        <p:spPr>
          <a:xfrm>
            <a:off x="227013" y="1173198"/>
            <a:ext cx="5760000" cy="706053"/>
          </a:xfrm>
          <a:solidFill>
            <a:schemeClr val="accent1"/>
          </a:solidFill>
        </p:spPr>
        <p:txBody>
          <a:bodyPr anchor="ctr">
            <a:normAutofit/>
          </a:bodyPr>
          <a:lstStyle>
            <a:lvl1pPr marL="0" indent="0">
              <a:buNone/>
              <a:defRPr sz="2000" b="0" i="0">
                <a:latin typeface="Avenir Next Medium" panose="020B05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EB6447-C21C-401D-BBDE-2A0A98A8F907}"/>
              </a:ext>
            </a:extLst>
          </p:cNvPr>
          <p:cNvSpPr>
            <a:spLocks noGrp="1"/>
          </p:cNvSpPr>
          <p:nvPr>
            <p:ph sz="half" idx="2"/>
          </p:nvPr>
        </p:nvSpPr>
        <p:spPr>
          <a:xfrm>
            <a:off x="227013" y="2036832"/>
            <a:ext cx="5760000" cy="4140131"/>
          </a:xfrm>
          <a:solidFill>
            <a:schemeClr val="bg1">
              <a:lumMod val="95000"/>
            </a:schemeClr>
          </a:solidFill>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1C47BF-40EE-48DB-8E8C-176FD2211A9E}"/>
              </a:ext>
            </a:extLst>
          </p:cNvPr>
          <p:cNvSpPr>
            <a:spLocks noGrp="1"/>
          </p:cNvSpPr>
          <p:nvPr>
            <p:ph type="body" sz="quarter" idx="3"/>
          </p:nvPr>
        </p:nvSpPr>
        <p:spPr>
          <a:xfrm>
            <a:off x="6172200" y="1173198"/>
            <a:ext cx="5760000" cy="706053"/>
          </a:xfrm>
          <a:solidFill>
            <a:srgbClr val="333031"/>
          </a:solidFill>
        </p:spPr>
        <p:txBody>
          <a:bodyPr anchor="ctr">
            <a:normAutofit/>
          </a:bodyPr>
          <a:lstStyle>
            <a:lvl1pPr marL="0" indent="0">
              <a:buNone/>
              <a:defRPr sz="2000" b="0" i="0">
                <a:solidFill>
                  <a:schemeClr val="bg1"/>
                </a:solidFill>
                <a:latin typeface="Avenir Next Medium" panose="020B05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55C489-BC13-4730-A62B-75B35C851DB5}"/>
              </a:ext>
            </a:extLst>
          </p:cNvPr>
          <p:cNvSpPr>
            <a:spLocks noGrp="1"/>
          </p:cNvSpPr>
          <p:nvPr>
            <p:ph sz="quarter" idx="4"/>
          </p:nvPr>
        </p:nvSpPr>
        <p:spPr>
          <a:xfrm>
            <a:off x="6172200" y="2036832"/>
            <a:ext cx="5760000" cy="4140131"/>
          </a:xfrm>
          <a:solidFill>
            <a:schemeClr val="bg1">
              <a:lumMod val="95000"/>
            </a:schemeClr>
          </a:solidFill>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3C177583-1BE0-44BF-B4C3-77EE68A205AC}"/>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Tree>
    <p:extLst>
      <p:ext uri="{BB962C8B-B14F-4D97-AF65-F5344CB8AC3E}">
        <p14:creationId xmlns:p14="http://schemas.microsoft.com/office/powerpoint/2010/main" val="3075592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3665B-4134-4FFD-ADC5-B3A28B5F6005}"/>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7FDBCB6E-2BD2-4C57-A8ED-933AB1294241}"/>
              </a:ext>
            </a:extLst>
          </p:cNvPr>
          <p:cNvSpPr/>
          <p:nvPr userDrawn="1"/>
        </p:nvSpPr>
        <p:spPr>
          <a:xfrm>
            <a:off x="227013" y="1160463"/>
            <a:ext cx="2707869" cy="5005387"/>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7" name="Rectangle 6">
            <a:extLst>
              <a:ext uri="{FF2B5EF4-FFF2-40B4-BE49-F238E27FC236}">
                <a16:creationId xmlns:a16="http://schemas.microsoft.com/office/drawing/2014/main" id="{0E3267B8-9F01-49FA-BD02-5416C0D45F04}"/>
              </a:ext>
            </a:extLst>
          </p:cNvPr>
          <p:cNvSpPr/>
          <p:nvPr userDrawn="1"/>
        </p:nvSpPr>
        <p:spPr>
          <a:xfrm>
            <a:off x="3237049" y="1160463"/>
            <a:ext cx="2707869" cy="5005387"/>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8" name="Rectangle 7">
            <a:extLst>
              <a:ext uri="{FF2B5EF4-FFF2-40B4-BE49-F238E27FC236}">
                <a16:creationId xmlns:a16="http://schemas.microsoft.com/office/drawing/2014/main" id="{4A1E9074-6905-41C2-A3C3-77827BCABC41}"/>
              </a:ext>
            </a:extLst>
          </p:cNvPr>
          <p:cNvSpPr/>
          <p:nvPr userDrawn="1"/>
        </p:nvSpPr>
        <p:spPr>
          <a:xfrm>
            <a:off x="6247083" y="1160463"/>
            <a:ext cx="2707869" cy="5005387"/>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9" name="Rectangle 8">
            <a:extLst>
              <a:ext uri="{FF2B5EF4-FFF2-40B4-BE49-F238E27FC236}">
                <a16:creationId xmlns:a16="http://schemas.microsoft.com/office/drawing/2014/main" id="{E297A630-8DB5-4E86-A5A9-A748109CC218}"/>
              </a:ext>
            </a:extLst>
          </p:cNvPr>
          <p:cNvSpPr/>
          <p:nvPr userDrawn="1"/>
        </p:nvSpPr>
        <p:spPr>
          <a:xfrm>
            <a:off x="9257119" y="1160463"/>
            <a:ext cx="2707869" cy="5005387"/>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0" name="Oval 9">
            <a:extLst>
              <a:ext uri="{FF2B5EF4-FFF2-40B4-BE49-F238E27FC236}">
                <a16:creationId xmlns:a16="http://schemas.microsoft.com/office/drawing/2014/main" id="{A4DC9381-B057-4F90-9775-EE469AE755A2}"/>
              </a:ext>
            </a:extLst>
          </p:cNvPr>
          <p:cNvSpPr/>
          <p:nvPr userDrawn="1"/>
        </p:nvSpPr>
        <p:spPr>
          <a:xfrm>
            <a:off x="964997" y="1379220"/>
            <a:ext cx="1231900" cy="1231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1" name="Oval 10">
            <a:extLst>
              <a:ext uri="{FF2B5EF4-FFF2-40B4-BE49-F238E27FC236}">
                <a16:creationId xmlns:a16="http://schemas.microsoft.com/office/drawing/2014/main" id="{503240F0-F76D-4960-AEDD-31F9B1E7FE71}"/>
              </a:ext>
            </a:extLst>
          </p:cNvPr>
          <p:cNvSpPr/>
          <p:nvPr userDrawn="1"/>
        </p:nvSpPr>
        <p:spPr>
          <a:xfrm>
            <a:off x="3975033" y="1379220"/>
            <a:ext cx="1231900" cy="1231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2" name="Oval 11">
            <a:extLst>
              <a:ext uri="{FF2B5EF4-FFF2-40B4-BE49-F238E27FC236}">
                <a16:creationId xmlns:a16="http://schemas.microsoft.com/office/drawing/2014/main" id="{FB99F993-0116-4901-A6F6-C88E3CF71C39}"/>
              </a:ext>
            </a:extLst>
          </p:cNvPr>
          <p:cNvSpPr/>
          <p:nvPr userDrawn="1"/>
        </p:nvSpPr>
        <p:spPr>
          <a:xfrm>
            <a:off x="6985067" y="1379220"/>
            <a:ext cx="1231900" cy="1231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3" name="Oval 12">
            <a:extLst>
              <a:ext uri="{FF2B5EF4-FFF2-40B4-BE49-F238E27FC236}">
                <a16:creationId xmlns:a16="http://schemas.microsoft.com/office/drawing/2014/main" id="{C57635AE-C9CD-4FFD-B27F-11D9E7A0DA48}"/>
              </a:ext>
            </a:extLst>
          </p:cNvPr>
          <p:cNvSpPr/>
          <p:nvPr userDrawn="1"/>
        </p:nvSpPr>
        <p:spPr>
          <a:xfrm>
            <a:off x="9995103" y="1379220"/>
            <a:ext cx="1231900" cy="1231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15" name="Text Placeholder 14">
            <a:extLst>
              <a:ext uri="{FF2B5EF4-FFF2-40B4-BE49-F238E27FC236}">
                <a16:creationId xmlns:a16="http://schemas.microsoft.com/office/drawing/2014/main" id="{4D44BAD0-F96F-46D9-B694-4C3F1651A769}"/>
              </a:ext>
            </a:extLst>
          </p:cNvPr>
          <p:cNvSpPr>
            <a:spLocks noGrp="1"/>
          </p:cNvSpPr>
          <p:nvPr>
            <p:ph type="body" sz="quarter" idx="13" hasCustomPrompt="1"/>
          </p:nvPr>
        </p:nvSpPr>
        <p:spPr>
          <a:xfrm>
            <a:off x="437947" y="2857500"/>
            <a:ext cx="2286000" cy="431800"/>
          </a:xfrm>
        </p:spPr>
        <p:txBody>
          <a:bodyPr anchor="ctr">
            <a:normAutofit/>
          </a:bodyPr>
          <a:lstStyle>
            <a:lvl1pPr marL="0" indent="0" algn="ctr">
              <a:buNone/>
              <a:defRPr sz="2000" b="1">
                <a:solidFill>
                  <a:schemeClr val="accent1"/>
                </a:solidFill>
              </a:defRPr>
            </a:lvl1pPr>
          </a:lstStyle>
          <a:p>
            <a:pPr lvl="0"/>
            <a:r>
              <a:rPr lang="en-US"/>
              <a:t>Text 1</a:t>
            </a:r>
          </a:p>
        </p:txBody>
      </p:sp>
      <p:sp>
        <p:nvSpPr>
          <p:cNvPr id="16" name="Text Placeholder 14">
            <a:extLst>
              <a:ext uri="{FF2B5EF4-FFF2-40B4-BE49-F238E27FC236}">
                <a16:creationId xmlns:a16="http://schemas.microsoft.com/office/drawing/2014/main" id="{74886F01-C037-4F9C-B943-8269842F0D93}"/>
              </a:ext>
            </a:extLst>
          </p:cNvPr>
          <p:cNvSpPr>
            <a:spLocks noGrp="1"/>
          </p:cNvSpPr>
          <p:nvPr>
            <p:ph type="body" sz="quarter" idx="14" hasCustomPrompt="1"/>
          </p:nvPr>
        </p:nvSpPr>
        <p:spPr>
          <a:xfrm>
            <a:off x="437947" y="3390900"/>
            <a:ext cx="2286000" cy="533400"/>
          </a:xfrm>
        </p:spPr>
        <p:txBody>
          <a:bodyPr anchor="t">
            <a:normAutofit/>
          </a:bodyPr>
          <a:lstStyle>
            <a:lvl1pPr marL="0" indent="0" algn="ctr">
              <a:buNone/>
              <a:defRPr sz="1800" b="0">
                <a:solidFill>
                  <a:schemeClr val="bg1"/>
                </a:solidFill>
              </a:defRPr>
            </a:lvl1pPr>
          </a:lstStyle>
          <a:p>
            <a:pPr lvl="0"/>
            <a:r>
              <a:rPr lang="en-US"/>
              <a:t>Sub-text</a:t>
            </a:r>
          </a:p>
        </p:txBody>
      </p:sp>
      <p:sp>
        <p:nvSpPr>
          <p:cNvPr id="17" name="Text Placeholder 14">
            <a:extLst>
              <a:ext uri="{FF2B5EF4-FFF2-40B4-BE49-F238E27FC236}">
                <a16:creationId xmlns:a16="http://schemas.microsoft.com/office/drawing/2014/main" id="{101B4E77-33C4-4D51-8FE5-4B03A6726784}"/>
              </a:ext>
            </a:extLst>
          </p:cNvPr>
          <p:cNvSpPr>
            <a:spLocks noGrp="1"/>
          </p:cNvSpPr>
          <p:nvPr>
            <p:ph type="body" sz="quarter" idx="15" hasCustomPrompt="1"/>
          </p:nvPr>
        </p:nvSpPr>
        <p:spPr>
          <a:xfrm>
            <a:off x="437947" y="4029075"/>
            <a:ext cx="2286000" cy="1876426"/>
          </a:xfrm>
        </p:spPr>
        <p:txBody>
          <a:bodyPr anchor="t">
            <a:normAutofit/>
          </a:bodyPr>
          <a:lstStyle>
            <a:lvl1pPr marL="266700" indent="-266700" algn="l">
              <a:buClr>
                <a:schemeClr val="tx1"/>
              </a:buClr>
              <a:buFont typeface="Arial" panose="020B0604020202020204" pitchFamily="34" charset="0"/>
              <a:buChar char="•"/>
              <a:defRPr sz="1600" b="0">
                <a:solidFill>
                  <a:schemeClr val="bg1"/>
                </a:solidFill>
              </a:defRPr>
            </a:lvl1pPr>
          </a:lstStyle>
          <a:p>
            <a:pPr lvl="0"/>
            <a:r>
              <a:rPr lang="en-US"/>
              <a:t>Sub-text</a:t>
            </a:r>
          </a:p>
        </p:txBody>
      </p:sp>
      <p:sp>
        <p:nvSpPr>
          <p:cNvPr id="18" name="Text Placeholder 14">
            <a:extLst>
              <a:ext uri="{FF2B5EF4-FFF2-40B4-BE49-F238E27FC236}">
                <a16:creationId xmlns:a16="http://schemas.microsoft.com/office/drawing/2014/main" id="{0BB79977-5CBE-4C8D-8014-DF8F4F9AAD58}"/>
              </a:ext>
            </a:extLst>
          </p:cNvPr>
          <p:cNvSpPr>
            <a:spLocks noGrp="1"/>
          </p:cNvSpPr>
          <p:nvPr>
            <p:ph type="body" sz="quarter" idx="16" hasCustomPrompt="1"/>
          </p:nvPr>
        </p:nvSpPr>
        <p:spPr>
          <a:xfrm>
            <a:off x="3447983" y="2857500"/>
            <a:ext cx="2286000" cy="431800"/>
          </a:xfrm>
        </p:spPr>
        <p:txBody>
          <a:bodyPr anchor="ctr">
            <a:normAutofit/>
          </a:bodyPr>
          <a:lstStyle>
            <a:lvl1pPr marL="0" indent="0" algn="ctr">
              <a:buNone/>
              <a:defRPr sz="2000" b="1">
                <a:solidFill>
                  <a:schemeClr val="accent1"/>
                </a:solidFill>
              </a:defRPr>
            </a:lvl1pPr>
          </a:lstStyle>
          <a:p>
            <a:pPr lvl="0"/>
            <a:r>
              <a:rPr lang="en-US"/>
              <a:t>Text 1</a:t>
            </a:r>
          </a:p>
        </p:txBody>
      </p:sp>
      <p:sp>
        <p:nvSpPr>
          <p:cNvPr id="19" name="Text Placeholder 14">
            <a:extLst>
              <a:ext uri="{FF2B5EF4-FFF2-40B4-BE49-F238E27FC236}">
                <a16:creationId xmlns:a16="http://schemas.microsoft.com/office/drawing/2014/main" id="{7BA75834-7496-4709-8A4D-C762814D0B77}"/>
              </a:ext>
            </a:extLst>
          </p:cNvPr>
          <p:cNvSpPr>
            <a:spLocks noGrp="1"/>
          </p:cNvSpPr>
          <p:nvPr>
            <p:ph type="body" sz="quarter" idx="17" hasCustomPrompt="1"/>
          </p:nvPr>
        </p:nvSpPr>
        <p:spPr>
          <a:xfrm>
            <a:off x="3447983" y="3390900"/>
            <a:ext cx="2286000" cy="533400"/>
          </a:xfrm>
        </p:spPr>
        <p:txBody>
          <a:bodyPr anchor="t">
            <a:normAutofit/>
          </a:bodyPr>
          <a:lstStyle>
            <a:lvl1pPr marL="0" indent="0" algn="ctr">
              <a:buNone/>
              <a:defRPr sz="1800" b="0">
                <a:solidFill>
                  <a:schemeClr val="bg1"/>
                </a:solidFill>
              </a:defRPr>
            </a:lvl1pPr>
          </a:lstStyle>
          <a:p>
            <a:pPr lvl="0"/>
            <a:r>
              <a:rPr lang="en-US"/>
              <a:t>Sub-text</a:t>
            </a:r>
          </a:p>
        </p:txBody>
      </p:sp>
      <p:sp>
        <p:nvSpPr>
          <p:cNvPr id="20" name="Text Placeholder 14">
            <a:extLst>
              <a:ext uri="{FF2B5EF4-FFF2-40B4-BE49-F238E27FC236}">
                <a16:creationId xmlns:a16="http://schemas.microsoft.com/office/drawing/2014/main" id="{9F0521D8-3D3F-4728-B5E0-8D2FC77DF7CC}"/>
              </a:ext>
            </a:extLst>
          </p:cNvPr>
          <p:cNvSpPr>
            <a:spLocks noGrp="1"/>
          </p:cNvSpPr>
          <p:nvPr>
            <p:ph type="body" sz="quarter" idx="18" hasCustomPrompt="1"/>
          </p:nvPr>
        </p:nvSpPr>
        <p:spPr>
          <a:xfrm>
            <a:off x="3447983" y="4029075"/>
            <a:ext cx="2286000" cy="1876426"/>
          </a:xfrm>
        </p:spPr>
        <p:txBody>
          <a:bodyPr anchor="t">
            <a:normAutofit/>
          </a:bodyPr>
          <a:lstStyle>
            <a:lvl1pPr marL="266700" indent="-266700" algn="l">
              <a:buClr>
                <a:schemeClr val="accent1"/>
              </a:buClr>
              <a:buFont typeface="Arial" panose="020B0604020202020204" pitchFamily="34" charset="0"/>
              <a:buChar char="•"/>
              <a:defRPr sz="1600" b="0">
                <a:solidFill>
                  <a:schemeClr val="bg1"/>
                </a:solidFill>
              </a:defRPr>
            </a:lvl1pPr>
          </a:lstStyle>
          <a:p>
            <a:pPr lvl="0"/>
            <a:r>
              <a:rPr lang="en-US"/>
              <a:t>Sub-text</a:t>
            </a:r>
          </a:p>
        </p:txBody>
      </p:sp>
      <p:sp>
        <p:nvSpPr>
          <p:cNvPr id="21" name="Text Placeholder 14">
            <a:extLst>
              <a:ext uri="{FF2B5EF4-FFF2-40B4-BE49-F238E27FC236}">
                <a16:creationId xmlns:a16="http://schemas.microsoft.com/office/drawing/2014/main" id="{21FCBCCF-EA2E-4D25-A2F7-231D47C94AED}"/>
              </a:ext>
            </a:extLst>
          </p:cNvPr>
          <p:cNvSpPr>
            <a:spLocks noGrp="1"/>
          </p:cNvSpPr>
          <p:nvPr>
            <p:ph type="body" sz="quarter" idx="19" hasCustomPrompt="1"/>
          </p:nvPr>
        </p:nvSpPr>
        <p:spPr>
          <a:xfrm>
            <a:off x="6458018" y="2857500"/>
            <a:ext cx="2286000" cy="431800"/>
          </a:xfrm>
        </p:spPr>
        <p:txBody>
          <a:bodyPr anchor="ctr">
            <a:normAutofit/>
          </a:bodyPr>
          <a:lstStyle>
            <a:lvl1pPr marL="0" indent="0" algn="ctr">
              <a:buNone/>
              <a:defRPr sz="2000" b="1">
                <a:solidFill>
                  <a:schemeClr val="accent1"/>
                </a:solidFill>
              </a:defRPr>
            </a:lvl1pPr>
          </a:lstStyle>
          <a:p>
            <a:pPr lvl="0"/>
            <a:r>
              <a:rPr lang="en-US"/>
              <a:t>Text 1</a:t>
            </a:r>
          </a:p>
        </p:txBody>
      </p:sp>
      <p:sp>
        <p:nvSpPr>
          <p:cNvPr id="22" name="Text Placeholder 14">
            <a:extLst>
              <a:ext uri="{FF2B5EF4-FFF2-40B4-BE49-F238E27FC236}">
                <a16:creationId xmlns:a16="http://schemas.microsoft.com/office/drawing/2014/main" id="{63A46D67-893D-472B-88A5-25880F4490AF}"/>
              </a:ext>
            </a:extLst>
          </p:cNvPr>
          <p:cNvSpPr>
            <a:spLocks noGrp="1"/>
          </p:cNvSpPr>
          <p:nvPr>
            <p:ph type="body" sz="quarter" idx="20" hasCustomPrompt="1"/>
          </p:nvPr>
        </p:nvSpPr>
        <p:spPr>
          <a:xfrm>
            <a:off x="6458018" y="3390900"/>
            <a:ext cx="2286000" cy="533400"/>
          </a:xfrm>
        </p:spPr>
        <p:txBody>
          <a:bodyPr anchor="t">
            <a:normAutofit/>
          </a:bodyPr>
          <a:lstStyle>
            <a:lvl1pPr marL="0" indent="0" algn="ctr">
              <a:buNone/>
              <a:defRPr sz="1800" b="0">
                <a:solidFill>
                  <a:schemeClr val="bg1"/>
                </a:solidFill>
              </a:defRPr>
            </a:lvl1pPr>
          </a:lstStyle>
          <a:p>
            <a:pPr lvl="0"/>
            <a:r>
              <a:rPr lang="en-US"/>
              <a:t>Sub-text</a:t>
            </a:r>
          </a:p>
        </p:txBody>
      </p:sp>
      <p:sp>
        <p:nvSpPr>
          <p:cNvPr id="23" name="Text Placeholder 14">
            <a:extLst>
              <a:ext uri="{FF2B5EF4-FFF2-40B4-BE49-F238E27FC236}">
                <a16:creationId xmlns:a16="http://schemas.microsoft.com/office/drawing/2014/main" id="{43A16BEC-E3EA-49AE-8187-9E5FE52787AA}"/>
              </a:ext>
            </a:extLst>
          </p:cNvPr>
          <p:cNvSpPr>
            <a:spLocks noGrp="1"/>
          </p:cNvSpPr>
          <p:nvPr>
            <p:ph type="body" sz="quarter" idx="21" hasCustomPrompt="1"/>
          </p:nvPr>
        </p:nvSpPr>
        <p:spPr>
          <a:xfrm>
            <a:off x="6458018" y="4029075"/>
            <a:ext cx="2286000" cy="1876426"/>
          </a:xfrm>
        </p:spPr>
        <p:txBody>
          <a:bodyPr anchor="t">
            <a:normAutofit/>
          </a:bodyPr>
          <a:lstStyle>
            <a:lvl1pPr marL="266700" indent="-266700" algn="l">
              <a:buClr>
                <a:schemeClr val="tx1"/>
              </a:buClr>
              <a:buFont typeface="Arial" panose="020B0604020202020204" pitchFamily="34" charset="0"/>
              <a:buChar char="•"/>
              <a:defRPr sz="1600" b="0">
                <a:solidFill>
                  <a:schemeClr val="bg1"/>
                </a:solidFill>
              </a:defRPr>
            </a:lvl1pPr>
          </a:lstStyle>
          <a:p>
            <a:pPr lvl="0"/>
            <a:r>
              <a:rPr lang="en-US"/>
              <a:t>Sub-text</a:t>
            </a:r>
          </a:p>
        </p:txBody>
      </p:sp>
      <p:sp>
        <p:nvSpPr>
          <p:cNvPr id="24" name="Text Placeholder 14">
            <a:extLst>
              <a:ext uri="{FF2B5EF4-FFF2-40B4-BE49-F238E27FC236}">
                <a16:creationId xmlns:a16="http://schemas.microsoft.com/office/drawing/2014/main" id="{CD5239D4-149E-4BA9-9AEE-C61BC96F17DE}"/>
              </a:ext>
            </a:extLst>
          </p:cNvPr>
          <p:cNvSpPr>
            <a:spLocks noGrp="1"/>
          </p:cNvSpPr>
          <p:nvPr>
            <p:ph type="body" sz="quarter" idx="22" hasCustomPrompt="1"/>
          </p:nvPr>
        </p:nvSpPr>
        <p:spPr>
          <a:xfrm>
            <a:off x="9468054" y="2857500"/>
            <a:ext cx="2286000" cy="431800"/>
          </a:xfrm>
        </p:spPr>
        <p:txBody>
          <a:bodyPr anchor="ctr">
            <a:normAutofit/>
          </a:bodyPr>
          <a:lstStyle>
            <a:lvl1pPr marL="0" indent="0" algn="ctr">
              <a:buNone/>
              <a:defRPr sz="2000" b="1">
                <a:solidFill>
                  <a:schemeClr val="accent1"/>
                </a:solidFill>
              </a:defRPr>
            </a:lvl1pPr>
          </a:lstStyle>
          <a:p>
            <a:pPr lvl="0"/>
            <a:r>
              <a:rPr lang="en-US"/>
              <a:t>Text 1</a:t>
            </a:r>
          </a:p>
        </p:txBody>
      </p:sp>
      <p:sp>
        <p:nvSpPr>
          <p:cNvPr id="25" name="Text Placeholder 14">
            <a:extLst>
              <a:ext uri="{FF2B5EF4-FFF2-40B4-BE49-F238E27FC236}">
                <a16:creationId xmlns:a16="http://schemas.microsoft.com/office/drawing/2014/main" id="{334EA690-91DA-4CB5-A193-87AB5A673314}"/>
              </a:ext>
            </a:extLst>
          </p:cNvPr>
          <p:cNvSpPr>
            <a:spLocks noGrp="1"/>
          </p:cNvSpPr>
          <p:nvPr>
            <p:ph type="body" sz="quarter" idx="23" hasCustomPrompt="1"/>
          </p:nvPr>
        </p:nvSpPr>
        <p:spPr>
          <a:xfrm>
            <a:off x="9468054" y="3390900"/>
            <a:ext cx="2286000" cy="533400"/>
          </a:xfrm>
        </p:spPr>
        <p:txBody>
          <a:bodyPr anchor="t">
            <a:normAutofit/>
          </a:bodyPr>
          <a:lstStyle>
            <a:lvl1pPr marL="0" indent="0" algn="ctr">
              <a:buNone/>
              <a:defRPr sz="1800" b="0">
                <a:solidFill>
                  <a:schemeClr val="bg1"/>
                </a:solidFill>
              </a:defRPr>
            </a:lvl1pPr>
          </a:lstStyle>
          <a:p>
            <a:pPr lvl="0"/>
            <a:r>
              <a:rPr lang="en-US"/>
              <a:t>Sub-text</a:t>
            </a:r>
          </a:p>
        </p:txBody>
      </p:sp>
      <p:sp>
        <p:nvSpPr>
          <p:cNvPr id="26" name="Text Placeholder 14">
            <a:extLst>
              <a:ext uri="{FF2B5EF4-FFF2-40B4-BE49-F238E27FC236}">
                <a16:creationId xmlns:a16="http://schemas.microsoft.com/office/drawing/2014/main" id="{93ED077F-FB40-4123-B82C-E2DDE8435E25}"/>
              </a:ext>
            </a:extLst>
          </p:cNvPr>
          <p:cNvSpPr>
            <a:spLocks noGrp="1"/>
          </p:cNvSpPr>
          <p:nvPr>
            <p:ph type="body" sz="quarter" idx="24" hasCustomPrompt="1"/>
          </p:nvPr>
        </p:nvSpPr>
        <p:spPr>
          <a:xfrm>
            <a:off x="9468054" y="4029075"/>
            <a:ext cx="2286000" cy="1876426"/>
          </a:xfrm>
        </p:spPr>
        <p:txBody>
          <a:bodyPr anchor="t">
            <a:normAutofit/>
          </a:bodyPr>
          <a:lstStyle>
            <a:lvl1pPr marL="266700" indent="-266700" algn="l">
              <a:buClr>
                <a:schemeClr val="accent1"/>
              </a:buClr>
              <a:buFont typeface="Arial" panose="020B0604020202020204" pitchFamily="34" charset="0"/>
              <a:buChar char="•"/>
              <a:defRPr sz="1600" b="0">
                <a:solidFill>
                  <a:schemeClr val="bg1"/>
                </a:solidFill>
              </a:defRPr>
            </a:lvl1pPr>
          </a:lstStyle>
          <a:p>
            <a:pPr lvl="0"/>
            <a:r>
              <a:rPr lang="en-US"/>
              <a:t>Sub-text</a:t>
            </a:r>
          </a:p>
        </p:txBody>
      </p:sp>
      <p:sp>
        <p:nvSpPr>
          <p:cNvPr id="27" name="Slide Number Placeholder 5">
            <a:extLst>
              <a:ext uri="{FF2B5EF4-FFF2-40B4-BE49-F238E27FC236}">
                <a16:creationId xmlns:a16="http://schemas.microsoft.com/office/drawing/2014/main" id="{5C402C5F-38BE-F34A-B26A-5FC76EE47FA7}"/>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b="0" i="0">
                <a:solidFill>
                  <a:srgbClr val="2E2E2E"/>
                </a:solidFill>
                <a:latin typeface="Avenir Next Medium" panose="020B0503020202020204" pitchFamily="34" charset="0"/>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9162534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a:xfrm>
            <a:off x="227013" y="1174932"/>
            <a:ext cx="5767387" cy="49909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B036FFB-A2D0-4CEE-918D-BE8149E6BE66}"/>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
        <p:nvSpPr>
          <p:cNvPr id="7" name="Picture Placeholder 6">
            <a:extLst>
              <a:ext uri="{FF2B5EF4-FFF2-40B4-BE49-F238E27FC236}">
                <a16:creationId xmlns:a16="http://schemas.microsoft.com/office/drawing/2014/main" id="{E7691B0A-FA5B-46B8-B1E6-985CF7AE8B32}"/>
              </a:ext>
            </a:extLst>
          </p:cNvPr>
          <p:cNvSpPr>
            <a:spLocks noGrp="1"/>
          </p:cNvSpPr>
          <p:nvPr>
            <p:ph type="pic" sz="quarter" idx="13"/>
          </p:nvPr>
        </p:nvSpPr>
        <p:spPr>
          <a:xfrm>
            <a:off x="6766113" y="1435101"/>
            <a:ext cx="4714687" cy="4456112"/>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8734394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a:xfrm>
            <a:off x="227013" y="1842448"/>
            <a:ext cx="5767387" cy="432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B036FFB-A2D0-4CEE-918D-BE8149E6BE66}"/>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
        <p:nvSpPr>
          <p:cNvPr id="7" name="Picture Placeholder 6">
            <a:extLst>
              <a:ext uri="{FF2B5EF4-FFF2-40B4-BE49-F238E27FC236}">
                <a16:creationId xmlns:a16="http://schemas.microsoft.com/office/drawing/2014/main" id="{E7691B0A-FA5B-46B8-B1E6-985CF7AE8B32}"/>
              </a:ext>
            </a:extLst>
          </p:cNvPr>
          <p:cNvSpPr>
            <a:spLocks noGrp="1"/>
          </p:cNvSpPr>
          <p:nvPr>
            <p:ph type="pic" sz="quarter" idx="13"/>
          </p:nvPr>
        </p:nvSpPr>
        <p:spPr>
          <a:xfrm>
            <a:off x="6766113" y="1435101"/>
            <a:ext cx="4714687" cy="4456112"/>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5160310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D6E0E7-B913-4E17-B8B8-99E0254D7CB8}"/>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a:xfrm>
            <a:off x="227013" y="1174932"/>
            <a:ext cx="5132387" cy="971368"/>
          </a:xfrm>
        </p:spPr>
        <p:txBody>
          <a:bodyPr anchor="ct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a:xfrm>
            <a:off x="227013" y="2362200"/>
            <a:ext cx="5132387" cy="380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E7691B0A-FA5B-46B8-B1E6-985CF7AE8B32}"/>
              </a:ext>
            </a:extLst>
          </p:cNvPr>
          <p:cNvSpPr>
            <a:spLocks noGrp="1"/>
          </p:cNvSpPr>
          <p:nvPr>
            <p:ph type="pic" sz="quarter" idx="13"/>
          </p:nvPr>
        </p:nvSpPr>
        <p:spPr>
          <a:xfrm>
            <a:off x="6096001" y="0"/>
            <a:ext cx="6095998" cy="6165850"/>
          </a:xfrm>
          <a:solidFill>
            <a:schemeClr val="bg1">
              <a:lumMod val="95000"/>
            </a:schemeClr>
          </a:solidFill>
        </p:spPr>
        <p:txBody>
          <a:bodyPr/>
          <a:lstStyle>
            <a:lvl1pPr marL="0" indent="0">
              <a:buNone/>
              <a:defRPr/>
            </a:lvl1pPr>
          </a:lstStyle>
          <a:p>
            <a:r>
              <a:rPr lang="en-US"/>
              <a:t>Click icon to add picture</a:t>
            </a:r>
          </a:p>
        </p:txBody>
      </p:sp>
      <p:pic>
        <p:nvPicPr>
          <p:cNvPr id="10" name="Picture 9">
            <a:extLst>
              <a:ext uri="{FF2B5EF4-FFF2-40B4-BE49-F238E27FC236}">
                <a16:creationId xmlns:a16="http://schemas.microsoft.com/office/drawing/2014/main" id="{84764283-A636-4105-8359-A4F31ED7919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7013" y="6419357"/>
            <a:ext cx="997200" cy="250438"/>
          </a:xfrm>
          <a:prstGeom prst="rect">
            <a:avLst/>
          </a:prstGeom>
        </p:spPr>
      </p:pic>
      <p:sp>
        <p:nvSpPr>
          <p:cNvPr id="11" name="Freeform 5">
            <a:extLst>
              <a:ext uri="{FF2B5EF4-FFF2-40B4-BE49-F238E27FC236}">
                <a16:creationId xmlns:a16="http://schemas.microsoft.com/office/drawing/2014/main" id="{0B717869-BE7A-4E7A-BE68-B4238BEE4DF9}"/>
              </a:ext>
            </a:extLst>
          </p:cNvPr>
          <p:cNvSpPr>
            <a:spLocks/>
          </p:cNvSpPr>
          <p:nvPr userDrawn="1"/>
        </p:nvSpPr>
        <p:spPr bwMode="auto">
          <a:xfrm rot="16200000">
            <a:off x="11381878" y="-342404"/>
            <a:ext cx="467717" cy="1152525"/>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13" name="Freeform 5">
            <a:extLst>
              <a:ext uri="{FF2B5EF4-FFF2-40B4-BE49-F238E27FC236}">
                <a16:creationId xmlns:a16="http://schemas.microsoft.com/office/drawing/2014/main" id="{09071C0F-D107-4576-BBC2-A3C6F5231487}"/>
              </a:ext>
            </a:extLst>
          </p:cNvPr>
          <p:cNvSpPr>
            <a:spLocks/>
          </p:cNvSpPr>
          <p:nvPr userDrawn="1"/>
        </p:nvSpPr>
        <p:spPr bwMode="auto">
          <a:xfrm rot="5400000">
            <a:off x="1586372" y="6327317"/>
            <a:ext cx="306386" cy="754981"/>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14" name="Freeform 5">
            <a:extLst>
              <a:ext uri="{FF2B5EF4-FFF2-40B4-BE49-F238E27FC236}">
                <a16:creationId xmlns:a16="http://schemas.microsoft.com/office/drawing/2014/main" id="{1C59022C-9DD5-42E4-B391-49E2355D19CF}"/>
              </a:ext>
            </a:extLst>
          </p:cNvPr>
          <p:cNvSpPr>
            <a:spLocks/>
          </p:cNvSpPr>
          <p:nvPr userDrawn="1"/>
        </p:nvSpPr>
        <p:spPr bwMode="auto">
          <a:xfrm rot="10800000">
            <a:off x="0" y="1382803"/>
            <a:ext cx="173944" cy="428625"/>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6" name="Slide Number Placeholder 5">
            <a:extLst>
              <a:ext uri="{FF2B5EF4-FFF2-40B4-BE49-F238E27FC236}">
                <a16:creationId xmlns:a16="http://schemas.microsoft.com/office/drawing/2014/main" id="{9B036FFB-A2D0-4CEE-918D-BE8149E6BE66}"/>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
        <p:nvSpPr>
          <p:cNvPr id="16" name="Freeform 5">
            <a:extLst>
              <a:ext uri="{FF2B5EF4-FFF2-40B4-BE49-F238E27FC236}">
                <a16:creationId xmlns:a16="http://schemas.microsoft.com/office/drawing/2014/main" id="{30A818DA-A0AE-41C0-8FC9-8202C6AD9361}"/>
              </a:ext>
            </a:extLst>
          </p:cNvPr>
          <p:cNvSpPr>
            <a:spLocks/>
          </p:cNvSpPr>
          <p:nvPr userDrawn="1"/>
        </p:nvSpPr>
        <p:spPr bwMode="auto">
          <a:xfrm rot="10800000" flipH="1">
            <a:off x="5530647" y="4540939"/>
            <a:ext cx="565351" cy="1393110"/>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17" name="Freeform 5">
            <a:extLst>
              <a:ext uri="{FF2B5EF4-FFF2-40B4-BE49-F238E27FC236}">
                <a16:creationId xmlns:a16="http://schemas.microsoft.com/office/drawing/2014/main" id="{C3679FAA-6040-40FA-AC69-CDAA26DB501D}"/>
              </a:ext>
            </a:extLst>
          </p:cNvPr>
          <p:cNvSpPr>
            <a:spLocks/>
          </p:cNvSpPr>
          <p:nvPr userDrawn="1"/>
        </p:nvSpPr>
        <p:spPr bwMode="auto">
          <a:xfrm rot="16200000">
            <a:off x="727848" y="-727850"/>
            <a:ext cx="994229" cy="2449930"/>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Tree>
    <p:extLst>
      <p:ext uri="{BB962C8B-B14F-4D97-AF65-F5344CB8AC3E}">
        <p14:creationId xmlns:p14="http://schemas.microsoft.com/office/powerpoint/2010/main" val="842666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06A7BE-F974-4684-9321-E6C90E83909D}"/>
              </a:ext>
            </a:extLst>
          </p:cNvPr>
          <p:cNvSpPr/>
          <p:nvPr userDrawn="1"/>
        </p:nvSpPr>
        <p:spPr>
          <a:xfrm>
            <a:off x="227013" y="1160463"/>
            <a:ext cx="5767387" cy="50053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venir Next Medium" panose="020B0503020202020204" pitchFamily="34" charset="0"/>
            </a:endParaRPr>
          </a:p>
        </p:txBody>
      </p:sp>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a:xfrm>
            <a:off x="348456" y="1294606"/>
            <a:ext cx="5524500" cy="4737100"/>
          </a:xfrm>
        </p:spPr>
        <p:txBody>
          <a:bodyPr/>
          <a:lstStyle>
            <a:lvl1pPr>
              <a:buClr>
                <a:schemeClr val="tx1"/>
              </a:buCl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B036FFB-A2D0-4CEE-918D-BE8149E6BE66}"/>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
        <p:nvSpPr>
          <p:cNvPr id="10" name="Freeform 10">
            <a:extLst>
              <a:ext uri="{FF2B5EF4-FFF2-40B4-BE49-F238E27FC236}">
                <a16:creationId xmlns:a16="http://schemas.microsoft.com/office/drawing/2014/main" id="{12A08AC1-DDBC-4C18-B5B6-08404F699A90}"/>
              </a:ext>
            </a:extLst>
          </p:cNvPr>
          <p:cNvSpPr>
            <a:spLocks/>
          </p:cNvSpPr>
          <p:nvPr userDrawn="1"/>
        </p:nvSpPr>
        <p:spPr bwMode="auto">
          <a:xfrm rot="16200000">
            <a:off x="4408891" y="3214177"/>
            <a:ext cx="2764621" cy="889002"/>
          </a:xfrm>
          <a:custGeom>
            <a:avLst/>
            <a:gdLst>
              <a:gd name="T0" fmla="*/ 0 w 231"/>
              <a:gd name="T1" fmla="*/ 47 h 47"/>
              <a:gd name="T2" fmla="*/ 118 w 231"/>
              <a:gd name="T3" fmla="*/ 0 h 47"/>
              <a:gd name="T4" fmla="*/ 231 w 231"/>
              <a:gd name="T5" fmla="*/ 47 h 47"/>
              <a:gd name="T6" fmla="*/ 0 w 231"/>
              <a:gd name="T7" fmla="*/ 47 h 47"/>
            </a:gdLst>
            <a:ahLst/>
            <a:cxnLst>
              <a:cxn ang="0">
                <a:pos x="T0" y="T1"/>
              </a:cxn>
              <a:cxn ang="0">
                <a:pos x="T2" y="T3"/>
              </a:cxn>
              <a:cxn ang="0">
                <a:pos x="T4" y="T5"/>
              </a:cxn>
              <a:cxn ang="0">
                <a:pos x="T6" y="T7"/>
              </a:cxn>
            </a:cxnLst>
            <a:rect l="0" t="0" r="r" b="b"/>
            <a:pathLst>
              <a:path w="231" h="47">
                <a:moveTo>
                  <a:pt x="0" y="47"/>
                </a:moveTo>
                <a:cubicBezTo>
                  <a:pt x="0" y="47"/>
                  <a:pt x="25" y="0"/>
                  <a:pt x="118" y="0"/>
                </a:cubicBezTo>
                <a:cubicBezTo>
                  <a:pt x="211" y="0"/>
                  <a:pt x="231" y="47"/>
                  <a:pt x="231" y="47"/>
                </a:cubicBezTo>
                <a:lnTo>
                  <a:pt x="0" y="47"/>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7" name="Picture Placeholder 6">
            <a:extLst>
              <a:ext uri="{FF2B5EF4-FFF2-40B4-BE49-F238E27FC236}">
                <a16:creationId xmlns:a16="http://schemas.microsoft.com/office/drawing/2014/main" id="{E7691B0A-FA5B-46B8-B1E6-985CF7AE8B32}"/>
              </a:ext>
            </a:extLst>
          </p:cNvPr>
          <p:cNvSpPr>
            <a:spLocks noGrp="1"/>
          </p:cNvSpPr>
          <p:nvPr>
            <p:ph type="pic" sz="quarter" idx="13"/>
          </p:nvPr>
        </p:nvSpPr>
        <p:spPr>
          <a:xfrm>
            <a:off x="6115843" y="1160462"/>
            <a:ext cx="5849144" cy="5005387"/>
          </a:xfrm>
          <a:solidFill>
            <a:schemeClr val="bg1">
              <a:lumMod val="9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1857714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a:xfrm>
            <a:off x="227013" y="235132"/>
            <a:ext cx="5132387" cy="971368"/>
          </a:xfrm>
        </p:spPr>
        <p:txBody>
          <a:bodyPr anchor="ct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a:xfrm>
            <a:off x="227013" y="1441632"/>
            <a:ext cx="5132387" cy="4724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E7691B0A-FA5B-46B8-B1E6-985CF7AE8B32}"/>
              </a:ext>
            </a:extLst>
          </p:cNvPr>
          <p:cNvSpPr>
            <a:spLocks noGrp="1"/>
          </p:cNvSpPr>
          <p:nvPr>
            <p:ph type="pic" sz="quarter" idx="13"/>
          </p:nvPr>
        </p:nvSpPr>
        <p:spPr>
          <a:xfrm>
            <a:off x="6096002" y="0"/>
            <a:ext cx="6095998" cy="6858000"/>
          </a:xfrm>
          <a:solidFill>
            <a:schemeClr val="bg1">
              <a:lumMod val="95000"/>
            </a:schemeClr>
          </a:solidFill>
        </p:spPr>
        <p:txBody>
          <a:bodyPr/>
          <a:lstStyle>
            <a:lvl1pPr marL="0" indent="0">
              <a:buNone/>
              <a:defRPr/>
            </a:lvl1pPr>
          </a:lstStyle>
          <a:p>
            <a:r>
              <a:rPr lang="en-US"/>
              <a:t>Click icon to add picture</a:t>
            </a:r>
          </a:p>
        </p:txBody>
      </p:sp>
      <p:sp>
        <p:nvSpPr>
          <p:cNvPr id="11" name="Freeform 5">
            <a:extLst>
              <a:ext uri="{FF2B5EF4-FFF2-40B4-BE49-F238E27FC236}">
                <a16:creationId xmlns:a16="http://schemas.microsoft.com/office/drawing/2014/main" id="{0B717869-BE7A-4E7A-BE68-B4238BEE4DF9}"/>
              </a:ext>
            </a:extLst>
          </p:cNvPr>
          <p:cNvSpPr>
            <a:spLocks/>
          </p:cNvSpPr>
          <p:nvPr userDrawn="1"/>
        </p:nvSpPr>
        <p:spPr bwMode="auto">
          <a:xfrm rot="16200000">
            <a:off x="11381878" y="-342404"/>
            <a:ext cx="467717" cy="1152525"/>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13" name="Freeform 5">
            <a:extLst>
              <a:ext uri="{FF2B5EF4-FFF2-40B4-BE49-F238E27FC236}">
                <a16:creationId xmlns:a16="http://schemas.microsoft.com/office/drawing/2014/main" id="{09071C0F-D107-4576-BBC2-A3C6F5231487}"/>
              </a:ext>
            </a:extLst>
          </p:cNvPr>
          <p:cNvSpPr>
            <a:spLocks/>
          </p:cNvSpPr>
          <p:nvPr userDrawn="1"/>
        </p:nvSpPr>
        <p:spPr bwMode="auto">
          <a:xfrm rot="5400000">
            <a:off x="1586372" y="6327317"/>
            <a:ext cx="306386" cy="754981"/>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
        <p:nvSpPr>
          <p:cNvPr id="6" name="Slide Number Placeholder 5">
            <a:extLst>
              <a:ext uri="{FF2B5EF4-FFF2-40B4-BE49-F238E27FC236}">
                <a16:creationId xmlns:a16="http://schemas.microsoft.com/office/drawing/2014/main" id="{9B036FFB-A2D0-4CEE-918D-BE8149E6BE66}"/>
              </a:ext>
            </a:extLst>
          </p:cNvPr>
          <p:cNvSpPr>
            <a:spLocks noGrp="1"/>
          </p:cNvSpPr>
          <p:nvPr>
            <p:ph type="sldNum" sz="quarter" idx="12"/>
          </p:nvPr>
        </p:nvSpPr>
        <p:spPr>
          <a:xfrm>
            <a:off x="11628440" y="6419884"/>
            <a:ext cx="361950" cy="249385"/>
          </a:xfrm>
          <a:prstGeom prst="rect">
            <a:avLst/>
          </a:prstGeom>
        </p:spPr>
        <p:txBody>
          <a:bodyPr/>
          <a:lstStyle/>
          <a:p>
            <a:fld id="{BAA9A6D5-6075-4912-8295-34659A3829C4}" type="slidenum">
              <a:rPr lang="en-US" smtClean="0"/>
              <a:t>‹#›</a:t>
            </a:fld>
            <a:endParaRPr lang="en-US"/>
          </a:p>
        </p:txBody>
      </p:sp>
      <p:sp>
        <p:nvSpPr>
          <p:cNvPr id="16" name="Freeform 5">
            <a:extLst>
              <a:ext uri="{FF2B5EF4-FFF2-40B4-BE49-F238E27FC236}">
                <a16:creationId xmlns:a16="http://schemas.microsoft.com/office/drawing/2014/main" id="{30A818DA-A0AE-41C0-8FC9-8202C6AD9361}"/>
              </a:ext>
            </a:extLst>
          </p:cNvPr>
          <p:cNvSpPr>
            <a:spLocks/>
          </p:cNvSpPr>
          <p:nvPr userDrawn="1"/>
        </p:nvSpPr>
        <p:spPr bwMode="auto">
          <a:xfrm rot="10800000" flipH="1">
            <a:off x="5530647" y="4540939"/>
            <a:ext cx="565351" cy="1393110"/>
          </a:xfrm>
          <a:custGeom>
            <a:avLst/>
            <a:gdLst>
              <a:gd name="T0" fmla="*/ 221 w 221"/>
              <a:gd name="T1" fmla="*/ 127 h 550"/>
              <a:gd name="T2" fmla="*/ 126 w 221"/>
              <a:gd name="T3" fmla="*/ 275 h 550"/>
              <a:gd name="T4" fmla="*/ 221 w 221"/>
              <a:gd name="T5" fmla="*/ 422 h 550"/>
              <a:gd name="T6" fmla="*/ 221 w 221"/>
              <a:gd name="T7" fmla="*/ 550 h 550"/>
              <a:gd name="T8" fmla="*/ 0 w 221"/>
              <a:gd name="T9" fmla="*/ 269 h 550"/>
              <a:gd name="T10" fmla="*/ 221 w 221"/>
              <a:gd name="T11" fmla="*/ 0 h 550"/>
              <a:gd name="T12" fmla="*/ 221 w 221"/>
              <a:gd name="T13" fmla="*/ 127 h 550"/>
            </a:gdLst>
            <a:ahLst/>
            <a:cxnLst>
              <a:cxn ang="0">
                <a:pos x="T0" y="T1"/>
              </a:cxn>
              <a:cxn ang="0">
                <a:pos x="T2" y="T3"/>
              </a:cxn>
              <a:cxn ang="0">
                <a:pos x="T4" y="T5"/>
              </a:cxn>
              <a:cxn ang="0">
                <a:pos x="T6" y="T7"/>
              </a:cxn>
              <a:cxn ang="0">
                <a:pos x="T8" y="T9"/>
              </a:cxn>
              <a:cxn ang="0">
                <a:pos x="T10" y="T11"/>
              </a:cxn>
              <a:cxn ang="0">
                <a:pos x="T12" y="T13"/>
              </a:cxn>
            </a:cxnLst>
            <a:rect l="0" t="0" r="r" b="b"/>
            <a:pathLst>
              <a:path w="221" h="550">
                <a:moveTo>
                  <a:pt x="221" y="127"/>
                </a:moveTo>
                <a:cubicBezTo>
                  <a:pt x="221" y="127"/>
                  <a:pt x="126" y="167"/>
                  <a:pt x="126" y="275"/>
                </a:cubicBezTo>
                <a:cubicBezTo>
                  <a:pt x="126" y="383"/>
                  <a:pt x="221" y="422"/>
                  <a:pt x="221" y="422"/>
                </a:cubicBezTo>
                <a:cubicBezTo>
                  <a:pt x="221" y="550"/>
                  <a:pt x="221" y="550"/>
                  <a:pt x="221" y="550"/>
                </a:cubicBezTo>
                <a:cubicBezTo>
                  <a:pt x="221" y="550"/>
                  <a:pt x="0" y="488"/>
                  <a:pt x="0" y="269"/>
                </a:cubicBezTo>
                <a:cubicBezTo>
                  <a:pt x="0" y="50"/>
                  <a:pt x="221" y="0"/>
                  <a:pt x="221" y="0"/>
                </a:cubicBezTo>
                <a:lnTo>
                  <a:pt x="221" y="12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b="0" i="0">
              <a:latin typeface="Avenir Next Medium" panose="020B0503020202020204" pitchFamily="34" charset="0"/>
            </a:endParaRPr>
          </a:p>
        </p:txBody>
      </p:sp>
    </p:spTree>
    <p:extLst>
      <p:ext uri="{BB962C8B-B14F-4D97-AF65-F5344CB8AC3E}">
        <p14:creationId xmlns:p14="http://schemas.microsoft.com/office/powerpoint/2010/main" val="1628583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112B908-A7B1-4A46-8741-91BD1F93434F}"/>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b="1" i="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3003006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Custom Layout">
    <p:spTree>
      <p:nvGrpSpPr>
        <p:cNvPr id="1" name=""/>
        <p:cNvGrpSpPr/>
        <p:nvPr/>
      </p:nvGrpSpPr>
      <p:grpSpPr>
        <a:xfrm>
          <a:off x="0" y="0"/>
          <a:ext cx="0" cy="0"/>
          <a:chOff x="0" y="0"/>
          <a:chExt cx="0" cy="0"/>
        </a:xfrm>
      </p:grpSpPr>
      <p:sp>
        <p:nvSpPr>
          <p:cNvPr id="195" name="Title Text"/>
          <p:cNvSpPr txBox="1">
            <a:spLocks noGrp="1"/>
          </p:cNvSpPr>
          <p:nvPr>
            <p:ph type="title"/>
          </p:nvPr>
        </p:nvSpPr>
        <p:spPr>
          <a:xfrm>
            <a:off x="838200" y="-3471"/>
            <a:ext cx="10515600" cy="1325563"/>
          </a:xfrm>
          <a:prstGeom prst="rect">
            <a:avLst/>
          </a:prstGeom>
        </p:spPr>
        <p:txBody>
          <a:bodyPr/>
          <a:lstStyle>
            <a:lvl1pPr>
              <a:defRPr b="1">
                <a:solidFill>
                  <a:schemeClr val="accent2"/>
                </a:solidFill>
                <a:latin typeface="Helvetica Neue"/>
                <a:ea typeface="Helvetica Neue"/>
                <a:cs typeface="Helvetica Neue"/>
                <a:sym typeface="Helvetica Neue"/>
              </a:defRPr>
            </a:lvl1pPr>
          </a:lstStyle>
          <a:p>
            <a:r>
              <a:rPr lang="en-US"/>
              <a:t>Click to edit Master title style</a:t>
            </a:r>
            <a:endParaRPr/>
          </a:p>
        </p:txBody>
      </p:sp>
      <p:sp>
        <p:nvSpPr>
          <p:cNvPr id="196"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312163008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Market overview">
    <p:spTree>
      <p:nvGrpSpPr>
        <p:cNvPr id="1" name=""/>
        <p:cNvGrpSpPr/>
        <p:nvPr/>
      </p:nvGrpSpPr>
      <p:grpSpPr>
        <a:xfrm>
          <a:off x="0" y="0"/>
          <a:ext cx="0" cy="0"/>
          <a:chOff x="0" y="0"/>
          <a:chExt cx="0" cy="0"/>
        </a:xfrm>
      </p:grpSpPr>
      <p:sp>
        <p:nvSpPr>
          <p:cNvPr id="22" name="Picture Placeholder 10">
            <a:extLst>
              <a:ext uri="{FF2B5EF4-FFF2-40B4-BE49-F238E27FC236}">
                <a16:creationId xmlns:a16="http://schemas.microsoft.com/office/drawing/2014/main" id="{27AEA2E6-E265-44DE-9F3F-657ECFF5D138}"/>
              </a:ext>
            </a:extLst>
          </p:cNvPr>
          <p:cNvSpPr>
            <a:spLocks noGrp="1"/>
          </p:cNvSpPr>
          <p:nvPr>
            <p:ph type="pic" sz="quarter" idx="34"/>
          </p:nvPr>
        </p:nvSpPr>
        <p:spPr>
          <a:xfrm>
            <a:off x="1524" y="0"/>
            <a:ext cx="12188952" cy="6858000"/>
          </a:xfrm>
          <a:solidFill>
            <a:schemeClr val="accent6">
              <a:lumMod val="20000"/>
              <a:lumOff val="80000"/>
            </a:schemeClr>
          </a:solidFill>
        </p:spPr>
        <p:txBody>
          <a:bodyPr/>
          <a:lstStyle/>
          <a:p>
            <a:r>
              <a:rPr lang="en-US"/>
              <a:t>Click icon to add picture</a:t>
            </a:r>
          </a:p>
        </p:txBody>
      </p:sp>
      <p:sp>
        <p:nvSpPr>
          <p:cNvPr id="5" name="Text Placeholder 4">
            <a:extLst>
              <a:ext uri="{FF2B5EF4-FFF2-40B4-BE49-F238E27FC236}">
                <a16:creationId xmlns:a16="http://schemas.microsoft.com/office/drawing/2014/main" id="{1C37569F-733B-494F-B7CB-231805209077}"/>
              </a:ext>
            </a:extLst>
          </p:cNvPr>
          <p:cNvSpPr>
            <a:spLocks noGrp="1"/>
          </p:cNvSpPr>
          <p:nvPr>
            <p:ph type="body" sz="quarter" idx="39" hasCustomPrompt="1"/>
          </p:nvPr>
        </p:nvSpPr>
        <p:spPr>
          <a:xfrm>
            <a:off x="0" y="2258568"/>
            <a:ext cx="12190476" cy="2743200"/>
          </a:xfrm>
          <a:solidFill>
            <a:schemeClr val="accent2">
              <a:alpha val="95000"/>
            </a:schemeClr>
          </a:solidFill>
        </p:spPr>
        <p:txBody>
          <a:bodyPr/>
          <a:lstStyle>
            <a:lvl1pPr marL="0" indent="0">
              <a:buNone/>
              <a:defRPr/>
            </a:lvl1pPr>
          </a:lstStyle>
          <a:p>
            <a:pPr lvl="0"/>
            <a:r>
              <a:rPr lang="en-US"/>
              <a:t> </a:t>
            </a:r>
          </a:p>
        </p:txBody>
      </p:sp>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lgn="ctr">
              <a:defRPr>
                <a:solidFill>
                  <a:schemeClr val="bg1"/>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bg1"/>
                </a:solidFill>
              </a:defRPr>
            </a:lvl1pPr>
          </a:lstStyle>
          <a:p>
            <a:r>
              <a:rPr lang="en-ZA"/>
              <a:t>Pitch deck title</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bg1"/>
                </a:solidFill>
              </a:defRPr>
            </a:lvl1pPr>
          </a:lstStyle>
          <a:p>
            <a:fld id="{19B51A1E-902D-48AF-9020-955120F399B6}" type="slidenum">
              <a:rPr lang="en-ZA" smtClean="0"/>
              <a:pPr/>
              <a:t>‹#›</a:t>
            </a:fld>
            <a:endParaRPr lang="en-ZA"/>
          </a:p>
        </p:txBody>
      </p:sp>
      <p:sp>
        <p:nvSpPr>
          <p:cNvPr id="16" name="Text Placeholder 3">
            <a:extLst>
              <a:ext uri="{FF2B5EF4-FFF2-40B4-BE49-F238E27FC236}">
                <a16:creationId xmlns:a16="http://schemas.microsoft.com/office/drawing/2014/main" id="{3A5BA28D-2313-499F-93AB-7C86B0305709}"/>
              </a:ext>
            </a:extLst>
          </p:cNvPr>
          <p:cNvSpPr>
            <a:spLocks noGrp="1"/>
          </p:cNvSpPr>
          <p:nvPr>
            <p:ph type="body" sz="quarter" idx="30" hasCustomPrompt="1"/>
          </p:nvPr>
        </p:nvSpPr>
        <p:spPr>
          <a:xfrm>
            <a:off x="1767130" y="2752344"/>
            <a:ext cx="2560320" cy="603504"/>
          </a:xfrm>
          <a:prstGeom prst="rect">
            <a:avLst/>
          </a:prstGeom>
          <a:noFill/>
        </p:spPr>
        <p:txBody>
          <a:bodyPr anchor="ctr" anchorCtr="0">
            <a:normAutofit/>
          </a:bodyPr>
          <a:lstStyle>
            <a:lvl1pPr marL="0" indent="0" algn="ctr">
              <a:spcBef>
                <a:spcPts val="0"/>
              </a:spcBef>
              <a:spcAft>
                <a:spcPts val="0"/>
              </a:spcAft>
              <a:buNone/>
              <a:defRPr sz="3600">
                <a:solidFill>
                  <a:schemeClr val="accent2">
                    <a:lumMod val="20000"/>
                    <a:lumOff val="80000"/>
                  </a:schemeClr>
                </a:solidFill>
                <a:latin typeface="+mj-lt"/>
              </a:defRPr>
            </a:lvl1pPr>
            <a:lvl2pPr marL="266700" indent="0">
              <a:buNone/>
              <a:defRPr/>
            </a:lvl2pPr>
            <a:lvl3pPr marL="542925" indent="0">
              <a:buNone/>
              <a:defRPr/>
            </a:lvl3pPr>
            <a:lvl4pPr marL="809625" indent="0">
              <a:buNone/>
              <a:defRPr/>
            </a:lvl4pPr>
            <a:lvl5pPr marL="1076325" indent="0">
              <a:buNone/>
              <a:defRPr/>
            </a:lvl5pPr>
          </a:lstStyle>
          <a:p>
            <a:pPr lvl="0"/>
            <a:r>
              <a:rPr lang="en-US"/>
              <a:t>1</a:t>
            </a:r>
            <a:endParaRPr lang="en-ZA"/>
          </a:p>
        </p:txBody>
      </p:sp>
      <p:sp>
        <p:nvSpPr>
          <p:cNvPr id="17" name="Text Placeholder 9">
            <a:extLst>
              <a:ext uri="{FF2B5EF4-FFF2-40B4-BE49-F238E27FC236}">
                <a16:creationId xmlns:a16="http://schemas.microsoft.com/office/drawing/2014/main" id="{4E9F4FE1-F54C-4B3C-9CED-6C3058B00352}"/>
              </a:ext>
            </a:extLst>
          </p:cNvPr>
          <p:cNvSpPr>
            <a:spLocks noGrp="1"/>
          </p:cNvSpPr>
          <p:nvPr>
            <p:ph type="body" sz="quarter" idx="31" hasCustomPrompt="1"/>
          </p:nvPr>
        </p:nvSpPr>
        <p:spPr>
          <a:xfrm>
            <a:off x="4815840"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a:t>2</a:t>
            </a:r>
            <a:endParaRPr lang="en-ZA"/>
          </a:p>
        </p:txBody>
      </p:sp>
      <p:sp>
        <p:nvSpPr>
          <p:cNvPr id="18" name="Text Placeholder 9">
            <a:extLst>
              <a:ext uri="{FF2B5EF4-FFF2-40B4-BE49-F238E27FC236}">
                <a16:creationId xmlns:a16="http://schemas.microsoft.com/office/drawing/2014/main" id="{26328AB3-6C8E-4BB6-9C01-852150BDFE17}"/>
              </a:ext>
            </a:extLst>
          </p:cNvPr>
          <p:cNvSpPr>
            <a:spLocks noGrp="1"/>
          </p:cNvSpPr>
          <p:nvPr>
            <p:ph type="body" sz="quarter" idx="33" hasCustomPrompt="1"/>
          </p:nvPr>
        </p:nvSpPr>
        <p:spPr>
          <a:xfrm>
            <a:off x="7867194" y="2752344"/>
            <a:ext cx="2560320" cy="603504"/>
          </a:xfrm>
          <a:prstGeom prst="rect">
            <a:avLst/>
          </a:prstGeom>
          <a:noFill/>
        </p:spPr>
        <p:txBody>
          <a:bodyPr vert="horz" lIns="0" tIns="0" rIns="0" bIns="0" rtlCol="0" anchor="ctr" anchorCtr="0">
            <a:noAutofit/>
          </a:bodyPr>
          <a:lstStyle>
            <a:lvl1pPr marL="0" indent="0" algn="ctr">
              <a:spcBef>
                <a:spcPts val="0"/>
              </a:spcBef>
              <a:spcAft>
                <a:spcPts val="0"/>
              </a:spcAft>
              <a:buNone/>
              <a:defRPr lang="en-ZA" sz="3600" dirty="0">
                <a:solidFill>
                  <a:schemeClr val="accent2">
                    <a:lumMod val="20000"/>
                    <a:lumOff val="80000"/>
                  </a:schemeClr>
                </a:solidFill>
                <a:latin typeface="+mj-lt"/>
              </a:defRPr>
            </a:lvl1pPr>
          </a:lstStyle>
          <a:p>
            <a:pPr marL="266700" lvl="0" indent="-266700" algn="ctr"/>
            <a:r>
              <a:rPr lang="en-US"/>
              <a:t>3</a:t>
            </a:r>
            <a:endParaRPr lang="en-ZA"/>
          </a:p>
        </p:txBody>
      </p:sp>
      <p:sp>
        <p:nvSpPr>
          <p:cNvPr id="4" name="Text Placeholder 3">
            <a:extLst>
              <a:ext uri="{FF2B5EF4-FFF2-40B4-BE49-F238E27FC236}">
                <a16:creationId xmlns:a16="http://schemas.microsoft.com/office/drawing/2014/main" id="{B31369B8-B3F7-44DF-975B-57630CED624E}"/>
              </a:ext>
            </a:extLst>
          </p:cNvPr>
          <p:cNvSpPr>
            <a:spLocks noGrp="1"/>
          </p:cNvSpPr>
          <p:nvPr>
            <p:ph type="body" sz="quarter" idx="35" hasCustomPrompt="1"/>
          </p:nvPr>
        </p:nvSpPr>
        <p:spPr>
          <a:xfrm>
            <a:off x="176713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3" name="Text Placeholder 3">
            <a:extLst>
              <a:ext uri="{FF2B5EF4-FFF2-40B4-BE49-F238E27FC236}">
                <a16:creationId xmlns:a16="http://schemas.microsoft.com/office/drawing/2014/main" id="{8199533E-4480-4EF0-855E-F0FC142777BF}"/>
              </a:ext>
            </a:extLst>
          </p:cNvPr>
          <p:cNvSpPr>
            <a:spLocks noGrp="1"/>
          </p:cNvSpPr>
          <p:nvPr>
            <p:ph type="body" sz="quarter" idx="36" hasCustomPrompt="1"/>
          </p:nvPr>
        </p:nvSpPr>
        <p:spPr>
          <a:xfrm>
            <a:off x="4815840"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24" name="Text Placeholder 3">
            <a:extLst>
              <a:ext uri="{FF2B5EF4-FFF2-40B4-BE49-F238E27FC236}">
                <a16:creationId xmlns:a16="http://schemas.microsoft.com/office/drawing/2014/main" id="{58E1CB88-990B-431E-A733-AF73E3090549}"/>
              </a:ext>
            </a:extLst>
          </p:cNvPr>
          <p:cNvSpPr>
            <a:spLocks noGrp="1"/>
          </p:cNvSpPr>
          <p:nvPr>
            <p:ph type="body" sz="quarter" idx="37" hasCustomPrompt="1"/>
          </p:nvPr>
        </p:nvSpPr>
        <p:spPr>
          <a:xfrm>
            <a:off x="7867194" y="3502152"/>
            <a:ext cx="2560320" cy="1371600"/>
          </a:xfrm>
        </p:spPr>
        <p:txBody>
          <a:bodyPr>
            <a:noAutofit/>
          </a:bodyPr>
          <a:lstStyle>
            <a:lvl1pPr marL="0" indent="0" algn="ctr">
              <a:buNone/>
              <a:defRPr sz="1400">
                <a:solidFill>
                  <a:schemeClr val="bg1"/>
                </a:solidFill>
                <a:latin typeface="+mn-lt"/>
              </a:defRPr>
            </a:lvl1pPr>
            <a:lvl2pPr marL="457200" indent="0">
              <a:buNone/>
              <a:defRPr sz="1800">
                <a:solidFill>
                  <a:schemeClr val="bg1"/>
                </a:solidFill>
                <a:latin typeface="+mj-lt"/>
              </a:defRPr>
            </a:lvl2pPr>
            <a:lvl3pPr marL="914400" indent="0">
              <a:buNone/>
              <a:defRPr sz="1800">
                <a:solidFill>
                  <a:schemeClr val="bg1"/>
                </a:solidFill>
                <a:latin typeface="+mj-lt"/>
              </a:defRPr>
            </a:lvl3pPr>
            <a:lvl4pPr marL="1371600" indent="0">
              <a:buNone/>
              <a:defRPr sz="1800">
                <a:solidFill>
                  <a:schemeClr val="bg1"/>
                </a:solidFill>
                <a:latin typeface="+mj-lt"/>
              </a:defRPr>
            </a:lvl4pPr>
            <a:lvl5pPr marL="1828800" indent="0">
              <a:buNone/>
              <a:defRPr sz="1800">
                <a:solidFill>
                  <a:schemeClr val="bg1"/>
                </a:solidFill>
                <a:latin typeface="+mj-lt"/>
              </a:defRPr>
            </a:lvl5pPr>
          </a:lstStyle>
          <a:p>
            <a:pPr lvl="0"/>
            <a:r>
              <a:rPr lang="en-US"/>
              <a:t>CLICK TO EDIT TEXT</a:t>
            </a:r>
          </a:p>
        </p:txBody>
      </p:sp>
      <p:sp>
        <p:nvSpPr>
          <p:cNvPr id="15" name="Date Placeholder 4">
            <a:extLst>
              <a:ext uri="{FF2B5EF4-FFF2-40B4-BE49-F238E27FC236}">
                <a16:creationId xmlns:a16="http://schemas.microsoft.com/office/drawing/2014/main" id="{DCF4F2F5-E92C-4ECF-9FDE-3E0CE4FBFCA8}"/>
              </a:ext>
            </a:extLst>
          </p:cNvPr>
          <p:cNvSpPr>
            <a:spLocks noGrp="1"/>
          </p:cNvSpPr>
          <p:nvPr>
            <p:ph type="dt" sz="half" idx="38"/>
          </p:nvPr>
        </p:nvSpPr>
        <p:spPr>
          <a:xfrm>
            <a:off x="838200" y="6356350"/>
            <a:ext cx="2743200" cy="365125"/>
          </a:xfrm>
        </p:spPr>
        <p:txBody>
          <a:bodyPr/>
          <a:lstStyle>
            <a:lvl1pPr>
              <a:defRPr>
                <a:solidFill>
                  <a:schemeClr val="bg1"/>
                </a:solidFill>
              </a:defRPr>
            </a:lvl1pPr>
          </a:lstStyle>
          <a:p>
            <a:r>
              <a:rPr lang="en-US"/>
              <a:t>7/14/20XX</a:t>
            </a:r>
          </a:p>
        </p:txBody>
      </p:sp>
    </p:spTree>
    <p:extLst>
      <p:ext uri="{BB962C8B-B14F-4D97-AF65-F5344CB8AC3E}">
        <p14:creationId xmlns:p14="http://schemas.microsoft.com/office/powerpoint/2010/main" val="10617899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3_Title Only">
    <p:spTree>
      <p:nvGrpSpPr>
        <p:cNvPr id="1" name="Shape 32"/>
        <p:cNvGrpSpPr/>
        <p:nvPr/>
      </p:nvGrpSpPr>
      <p:grpSpPr>
        <a:xfrm>
          <a:off x="0" y="0"/>
          <a:ext cx="0" cy="0"/>
          <a:chOff x="0" y="0"/>
          <a:chExt cx="0" cy="0"/>
        </a:xfrm>
      </p:grpSpPr>
      <p:sp>
        <p:nvSpPr>
          <p:cNvPr id="33" name="Google Shape;33;p72"/>
          <p:cNvSpPr txBox="1">
            <a:spLocks noGrp="1"/>
          </p:cNvSpPr>
          <p:nvPr>
            <p:ph type="title"/>
          </p:nvPr>
        </p:nvSpPr>
        <p:spPr>
          <a:xfrm>
            <a:off x="841248"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79744745"/>
      </p:ext>
    </p:extLst>
  </p:cSld>
  <p:clrMapOvr>
    <a:masterClrMapping/>
  </p:clrMapOvr>
  <p:extLst>
    <p:ext uri="{DCECCB84-F9BA-43D5-87BE-67443E8EF086}">
      <p15:sldGuideLst xmlns:p15="http://schemas.microsoft.com/office/powerpoint/2012/main">
        <p15:guide id="1" orient="horz" pos="91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Title Slide" type="title">
  <p:cSld name="1_Title Slide">
    <p:spTree>
      <p:nvGrpSpPr>
        <p:cNvPr id="1" name="Shape 15"/>
        <p:cNvGrpSpPr/>
        <p:nvPr/>
      </p:nvGrpSpPr>
      <p:grpSpPr>
        <a:xfrm>
          <a:off x="0" y="0"/>
          <a:ext cx="0" cy="0"/>
          <a:chOff x="0" y="0"/>
          <a:chExt cx="0" cy="0"/>
        </a:xfrm>
      </p:grpSpPr>
      <p:sp>
        <p:nvSpPr>
          <p:cNvPr id="16" name="Google Shape;16;p6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216529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1"/>
        <p:cNvGrpSpPr/>
        <p:nvPr/>
      </p:nvGrpSpPr>
      <p:grpSpPr>
        <a:xfrm>
          <a:off x="0" y="0"/>
          <a:ext cx="0" cy="0"/>
          <a:chOff x="0" y="0"/>
          <a:chExt cx="0" cy="0"/>
        </a:xfrm>
      </p:grpSpPr>
      <p:sp>
        <p:nvSpPr>
          <p:cNvPr id="22" name="Google Shape;22;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 name="Google Shape;24;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 name="Google Shape;25;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466863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017555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72"/>
          <p:cNvSpPr txBox="1">
            <a:spLocks noGrp="1"/>
          </p:cNvSpPr>
          <p:nvPr>
            <p:ph type="title"/>
          </p:nvPr>
        </p:nvSpPr>
        <p:spPr>
          <a:xfrm>
            <a:off x="841248"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34915125"/>
      </p:ext>
    </p:extLst>
  </p:cSld>
  <p:clrMapOvr>
    <a:masterClrMapping/>
  </p:clrMapOvr>
  <p:extLst>
    <p:ext uri="{DCECCB84-F9BA-43D5-87BE-67443E8EF086}">
      <p15:sldGuideLst xmlns:p15="http://schemas.microsoft.com/office/powerpoint/2012/main">
        <p15:guide id="1" orient="horz" pos="91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37"/>
        <p:cNvGrpSpPr/>
        <p:nvPr/>
      </p:nvGrpSpPr>
      <p:grpSpPr>
        <a:xfrm>
          <a:off x="0" y="0"/>
          <a:ext cx="0" cy="0"/>
          <a:chOff x="0" y="0"/>
          <a:chExt cx="0" cy="0"/>
        </a:xfrm>
      </p:grpSpPr>
      <p:sp>
        <p:nvSpPr>
          <p:cNvPr id="38" name="Google Shape;38;p75"/>
          <p:cNvSpPr>
            <a:spLocks noGrp="1"/>
          </p:cNvSpPr>
          <p:nvPr>
            <p:ph type="pic" idx="2"/>
          </p:nvPr>
        </p:nvSpPr>
        <p:spPr>
          <a:xfrm>
            <a:off x="1524" y="0"/>
            <a:ext cx="12188952" cy="6858000"/>
          </a:xfrm>
          <a:prstGeom prst="rect">
            <a:avLst/>
          </a:prstGeom>
          <a:solidFill>
            <a:srgbClr val="C4FFFF"/>
          </a:solidFill>
          <a:ln>
            <a:noFill/>
          </a:ln>
        </p:spPr>
      </p:sp>
      <p:sp>
        <p:nvSpPr>
          <p:cNvPr id="39" name="Google Shape;39;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75"/>
          <p:cNvSpPr txBox="1">
            <a:spLocks noGrp="1"/>
          </p:cNvSpPr>
          <p:nvPr>
            <p:ph type="body" idx="1"/>
          </p:nvPr>
        </p:nvSpPr>
        <p:spPr>
          <a:xfrm>
            <a:off x="7467603" y="4681728"/>
            <a:ext cx="3838731" cy="164592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lt1"/>
              </a:buClr>
              <a:buSzPts val="1400"/>
              <a:buNone/>
              <a:defRPr sz="1400">
                <a:solidFill>
                  <a:schemeClr val="lt1"/>
                </a:solidFill>
              </a:defRPr>
            </a:lvl1pPr>
            <a:lvl2pPr marL="914400" lvl="1" indent="-228600" algn="l">
              <a:lnSpc>
                <a:spcPct val="100000"/>
              </a:lnSpc>
              <a:spcBef>
                <a:spcPts val="500"/>
              </a:spcBef>
              <a:spcAft>
                <a:spcPts val="0"/>
              </a:spcAft>
              <a:buClr>
                <a:schemeClr val="dk1"/>
              </a:buClr>
              <a:buSzPts val="1600"/>
              <a:buNone/>
              <a:defRPr sz="1600"/>
            </a:lvl2pPr>
            <a:lvl3pPr marL="1371600" lvl="2" indent="-228600" algn="l">
              <a:lnSpc>
                <a:spcPct val="100000"/>
              </a:lnSpc>
              <a:spcBef>
                <a:spcPts val="500"/>
              </a:spcBef>
              <a:spcAft>
                <a:spcPts val="0"/>
              </a:spcAft>
              <a:buClr>
                <a:schemeClr val="dk1"/>
              </a:buClr>
              <a:buSzPts val="1600"/>
              <a:buNone/>
              <a:defRPr sz="1600"/>
            </a:lvl3pPr>
            <a:lvl4pPr marL="1828800" lvl="3" indent="-228600" algn="l">
              <a:lnSpc>
                <a:spcPct val="100000"/>
              </a:lnSpc>
              <a:spcBef>
                <a:spcPts val="500"/>
              </a:spcBef>
              <a:spcAft>
                <a:spcPts val="0"/>
              </a:spcAft>
              <a:buClr>
                <a:schemeClr val="dk1"/>
              </a:buClr>
              <a:buSzPts val="1600"/>
              <a:buNone/>
              <a:defRPr sz="1600"/>
            </a:lvl4pPr>
            <a:lvl5pPr marL="2286000" lvl="4" indent="-228600" algn="l">
              <a:lnSpc>
                <a:spcPct val="10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75"/>
          <p:cNvSpPr/>
          <p:nvPr/>
        </p:nvSpPr>
        <p:spPr>
          <a:xfrm>
            <a:off x="7503696" y="3423562"/>
            <a:ext cx="46867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 name="Google Shape;44;p75"/>
          <p:cNvSpPr txBox="1">
            <a:spLocks noGrp="1"/>
          </p:cNvSpPr>
          <p:nvPr>
            <p:ph type="title"/>
          </p:nvPr>
        </p:nvSpPr>
        <p:spPr>
          <a:xfrm>
            <a:off x="7465854" y="3941064"/>
            <a:ext cx="3840480" cy="64008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4400"/>
              <a:buFont typeface="Arial"/>
              <a:buNone/>
              <a:defRPr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2410508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lt1"/>
        </a:solidFill>
        <a:effectLst/>
      </p:bgPr>
    </p:bg>
    <p:spTree>
      <p:nvGrpSpPr>
        <p:cNvPr id="1" name="Shape 142"/>
        <p:cNvGrpSpPr/>
        <p:nvPr/>
      </p:nvGrpSpPr>
      <p:grpSpPr>
        <a:xfrm>
          <a:off x="0" y="0"/>
          <a:ext cx="0" cy="0"/>
          <a:chOff x="0" y="0"/>
          <a:chExt cx="0" cy="0"/>
        </a:xfrm>
      </p:grpSpPr>
      <p:sp>
        <p:nvSpPr>
          <p:cNvPr id="143" name="Google Shape;143;p87"/>
          <p:cNvSpPr>
            <a:spLocks noGrp="1"/>
          </p:cNvSpPr>
          <p:nvPr>
            <p:ph type="pic" idx="2"/>
          </p:nvPr>
        </p:nvSpPr>
        <p:spPr>
          <a:xfrm>
            <a:off x="1524" y="0"/>
            <a:ext cx="12188952" cy="6858000"/>
          </a:xfrm>
          <a:prstGeom prst="rect">
            <a:avLst/>
          </a:prstGeom>
          <a:solidFill>
            <a:srgbClr val="C4FFFF"/>
          </a:solidFill>
          <a:ln>
            <a:noFill/>
          </a:ln>
        </p:spPr>
      </p:sp>
      <p:sp>
        <p:nvSpPr>
          <p:cNvPr id="144" name="Google Shape;144;p87"/>
          <p:cNvSpPr txBox="1">
            <a:spLocks noGrp="1"/>
          </p:cNvSpPr>
          <p:nvPr>
            <p:ph type="ctrTitle"/>
          </p:nvPr>
        </p:nvSpPr>
        <p:spPr>
          <a:xfrm>
            <a:off x="838200" y="4636008"/>
            <a:ext cx="9144000" cy="11079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87"/>
          <p:cNvSpPr txBox="1">
            <a:spLocks noGrp="1"/>
          </p:cNvSpPr>
          <p:nvPr>
            <p:ph type="body" idx="1"/>
          </p:nvPr>
        </p:nvSpPr>
        <p:spPr>
          <a:xfrm>
            <a:off x="841248" y="5742432"/>
            <a:ext cx="7953375" cy="4572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800"/>
              <a:buNone/>
              <a:defRPr sz="18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2400"/>
              <a:buNone/>
              <a:defRPr sz="24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2400"/>
              <a:buNone/>
              <a:defRPr sz="24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2400"/>
              <a:buNone/>
              <a:defRPr sz="24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2400"/>
              <a:buNone/>
              <a:defRPr sz="24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87"/>
          <p:cNvSpPr/>
          <p:nvPr/>
        </p:nvSpPr>
        <p:spPr>
          <a:xfrm>
            <a:off x="0" y="4188142"/>
            <a:ext cx="914400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237501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roblem">
  <p:cSld name="Problem">
    <p:spTree>
      <p:nvGrpSpPr>
        <p:cNvPr id="1" name="Shape 147"/>
        <p:cNvGrpSpPr/>
        <p:nvPr/>
      </p:nvGrpSpPr>
      <p:grpSpPr>
        <a:xfrm>
          <a:off x="0" y="0"/>
          <a:ext cx="0" cy="0"/>
          <a:chOff x="0" y="0"/>
          <a:chExt cx="0" cy="0"/>
        </a:xfrm>
      </p:grpSpPr>
      <p:sp>
        <p:nvSpPr>
          <p:cNvPr id="148" name="Google Shape;148;p88"/>
          <p:cNvSpPr>
            <a:spLocks noGrp="1"/>
          </p:cNvSpPr>
          <p:nvPr>
            <p:ph type="pic" idx="2"/>
          </p:nvPr>
        </p:nvSpPr>
        <p:spPr>
          <a:xfrm>
            <a:off x="1524" y="0"/>
            <a:ext cx="12188952" cy="6858000"/>
          </a:xfrm>
          <a:prstGeom prst="rect">
            <a:avLst/>
          </a:prstGeom>
          <a:solidFill>
            <a:srgbClr val="C4FFFF"/>
          </a:solidFill>
          <a:ln>
            <a:noFill/>
          </a:ln>
        </p:spPr>
      </p:sp>
      <p:sp>
        <p:nvSpPr>
          <p:cNvPr id="149" name="Google Shape;149;p88"/>
          <p:cNvSpPr txBox="1">
            <a:spLocks noGrp="1"/>
          </p:cNvSpPr>
          <p:nvPr>
            <p:ph type="body" idx="1"/>
          </p:nvPr>
        </p:nvSpPr>
        <p:spPr>
          <a:xfrm>
            <a:off x="0" y="1465263"/>
            <a:ext cx="10026650" cy="4754562"/>
          </a:xfrm>
          <a:prstGeom prst="rect">
            <a:avLst/>
          </a:prstGeom>
          <a:solidFill>
            <a:schemeClr val="lt1">
              <a:alpha val="92156"/>
            </a:schemeClr>
          </a:solidFill>
          <a:ln>
            <a:noFill/>
          </a:ln>
        </p:spPr>
        <p:txBody>
          <a:bodyPr spcFirstLastPara="1" wrap="square" lIns="1005825" tIns="5029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88"/>
          <p:cNvSpPr txBox="1">
            <a:spLocks noGrp="1"/>
          </p:cNvSpPr>
          <p:nvPr>
            <p:ph type="title"/>
          </p:nvPr>
        </p:nvSpPr>
        <p:spPr>
          <a:xfrm>
            <a:off x="914400" y="365125"/>
            <a:ext cx="856247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88"/>
          <p:cNvSpPr txBox="1">
            <a:spLocks noGrp="1"/>
          </p:cNvSpPr>
          <p:nvPr>
            <p:ph type="body" idx="3"/>
          </p:nvPr>
        </p:nvSpPr>
        <p:spPr>
          <a:xfrm rot="-5400000">
            <a:off x="8173720" y="2491740"/>
            <a:ext cx="6858000" cy="17373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0"/>
              </a:spcBef>
              <a:spcAft>
                <a:spcPts val="0"/>
              </a:spcAft>
              <a:buClr>
                <a:srgbClr val="F2F2F2"/>
              </a:buClr>
              <a:buSzPts val="13000"/>
              <a:buNone/>
              <a:defRPr sz="13000" cap="none">
                <a:solidFill>
                  <a:srgbClr val="F2F2F2"/>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88"/>
          <p:cNvSpPr/>
          <p:nvPr/>
        </p:nvSpPr>
        <p:spPr>
          <a:xfrm>
            <a:off x="10026568" y="1464945"/>
            <a:ext cx="228600" cy="475488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5" name="Google Shape;155;p88"/>
          <p:cNvSpPr txBox="1">
            <a:spLocks noGrp="1"/>
          </p:cNvSpPr>
          <p:nvPr>
            <p:ph type="body" idx="4"/>
          </p:nvPr>
        </p:nvSpPr>
        <p:spPr>
          <a:xfrm>
            <a:off x="914274" y="2242336"/>
            <a:ext cx="38862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88"/>
          <p:cNvSpPr txBox="1">
            <a:spLocks noGrp="1"/>
          </p:cNvSpPr>
          <p:nvPr>
            <p:ph type="body" idx="5"/>
          </p:nvPr>
        </p:nvSpPr>
        <p:spPr>
          <a:xfrm>
            <a:off x="914525" y="3218688"/>
            <a:ext cx="388620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88"/>
          <p:cNvSpPr txBox="1">
            <a:spLocks noGrp="1"/>
          </p:cNvSpPr>
          <p:nvPr>
            <p:ph type="body" idx="6"/>
          </p:nvPr>
        </p:nvSpPr>
        <p:spPr>
          <a:xfrm>
            <a:off x="914399" y="3545967"/>
            <a:ext cx="38862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88"/>
          <p:cNvSpPr txBox="1">
            <a:spLocks noGrp="1"/>
          </p:cNvSpPr>
          <p:nvPr>
            <p:ph type="body" idx="7"/>
          </p:nvPr>
        </p:nvSpPr>
        <p:spPr>
          <a:xfrm>
            <a:off x="5590801" y="1916113"/>
            <a:ext cx="388620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 name="Google Shape;159;p88"/>
          <p:cNvSpPr txBox="1">
            <a:spLocks noGrp="1"/>
          </p:cNvSpPr>
          <p:nvPr>
            <p:ph type="body" idx="8"/>
          </p:nvPr>
        </p:nvSpPr>
        <p:spPr>
          <a:xfrm>
            <a:off x="5590675" y="2242336"/>
            <a:ext cx="38862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88"/>
          <p:cNvSpPr txBox="1">
            <a:spLocks noGrp="1"/>
          </p:cNvSpPr>
          <p:nvPr>
            <p:ph type="body" idx="9"/>
          </p:nvPr>
        </p:nvSpPr>
        <p:spPr>
          <a:xfrm>
            <a:off x="5590801" y="3218688"/>
            <a:ext cx="388620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88"/>
          <p:cNvSpPr txBox="1">
            <a:spLocks noGrp="1"/>
          </p:cNvSpPr>
          <p:nvPr>
            <p:ph type="body" idx="13"/>
          </p:nvPr>
        </p:nvSpPr>
        <p:spPr>
          <a:xfrm>
            <a:off x="5590675" y="3545967"/>
            <a:ext cx="38862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88"/>
          <p:cNvSpPr txBox="1">
            <a:spLocks noGrp="1"/>
          </p:cNvSpPr>
          <p:nvPr>
            <p:ph type="body" idx="14"/>
          </p:nvPr>
        </p:nvSpPr>
        <p:spPr>
          <a:xfrm>
            <a:off x="914525" y="4709160"/>
            <a:ext cx="388620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88"/>
          <p:cNvSpPr txBox="1">
            <a:spLocks noGrp="1"/>
          </p:cNvSpPr>
          <p:nvPr>
            <p:ph type="body" idx="15"/>
          </p:nvPr>
        </p:nvSpPr>
        <p:spPr>
          <a:xfrm>
            <a:off x="914399" y="5036439"/>
            <a:ext cx="3886200" cy="737604"/>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934814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olution">
  <p:cSld name="Solution">
    <p:spTree>
      <p:nvGrpSpPr>
        <p:cNvPr id="1" name="Shape 164"/>
        <p:cNvGrpSpPr/>
        <p:nvPr/>
      </p:nvGrpSpPr>
      <p:grpSpPr>
        <a:xfrm>
          <a:off x="0" y="0"/>
          <a:ext cx="0" cy="0"/>
          <a:chOff x="0" y="0"/>
          <a:chExt cx="0" cy="0"/>
        </a:xfrm>
      </p:grpSpPr>
      <p:sp>
        <p:nvSpPr>
          <p:cNvPr id="165" name="Google Shape;165;p89"/>
          <p:cNvSpPr/>
          <p:nvPr/>
        </p:nvSpPr>
        <p:spPr>
          <a:xfrm>
            <a:off x="4159926" y="1569034"/>
            <a:ext cx="7193874"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6" name="Google Shape;166;p89"/>
          <p:cNvSpPr>
            <a:spLocks noGrp="1"/>
          </p:cNvSpPr>
          <p:nvPr>
            <p:ph type="pic" idx="2"/>
          </p:nvPr>
        </p:nvSpPr>
        <p:spPr>
          <a:xfrm>
            <a:off x="933630" y="548640"/>
            <a:ext cx="4389120" cy="5760720"/>
          </a:xfrm>
          <a:prstGeom prst="rect">
            <a:avLst/>
          </a:prstGeom>
          <a:solidFill>
            <a:srgbClr val="C4FFFF"/>
          </a:solidFill>
          <a:ln>
            <a:noFill/>
          </a:ln>
        </p:spPr>
      </p:sp>
      <p:sp>
        <p:nvSpPr>
          <p:cNvPr id="167" name="Google Shape;167;p89"/>
          <p:cNvSpPr txBox="1">
            <a:spLocks noGrp="1"/>
          </p:cNvSpPr>
          <p:nvPr>
            <p:ph type="title"/>
          </p:nvPr>
        </p:nvSpPr>
        <p:spPr>
          <a:xfrm>
            <a:off x="6155363" y="365125"/>
            <a:ext cx="5103007"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89"/>
          <p:cNvSpPr txBox="1">
            <a:spLocks noGrp="1"/>
          </p:cNvSpPr>
          <p:nvPr>
            <p:ph type="body" idx="1"/>
          </p:nvPr>
        </p:nvSpPr>
        <p:spPr>
          <a:xfrm>
            <a:off x="6153182" y="2093976"/>
            <a:ext cx="512064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89"/>
          <p:cNvSpPr txBox="1">
            <a:spLocks noGrp="1"/>
          </p:cNvSpPr>
          <p:nvPr>
            <p:ph type="body" idx="3"/>
          </p:nvPr>
        </p:nvSpPr>
        <p:spPr>
          <a:xfrm>
            <a:off x="6153056" y="2422684"/>
            <a:ext cx="5120640" cy="64008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89"/>
          <p:cNvSpPr txBox="1">
            <a:spLocks noGrp="1"/>
          </p:cNvSpPr>
          <p:nvPr>
            <p:ph type="body" idx="4"/>
          </p:nvPr>
        </p:nvSpPr>
        <p:spPr>
          <a:xfrm>
            <a:off x="6153307" y="3227832"/>
            <a:ext cx="512064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89"/>
          <p:cNvSpPr txBox="1">
            <a:spLocks noGrp="1"/>
          </p:cNvSpPr>
          <p:nvPr>
            <p:ph type="body" idx="5"/>
          </p:nvPr>
        </p:nvSpPr>
        <p:spPr>
          <a:xfrm>
            <a:off x="6153181" y="3559290"/>
            <a:ext cx="512064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89"/>
          <p:cNvSpPr txBox="1">
            <a:spLocks noGrp="1"/>
          </p:cNvSpPr>
          <p:nvPr>
            <p:ph type="body" idx="6"/>
          </p:nvPr>
        </p:nvSpPr>
        <p:spPr>
          <a:xfrm>
            <a:off x="6149167" y="4059936"/>
            <a:ext cx="512064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89"/>
          <p:cNvSpPr txBox="1">
            <a:spLocks noGrp="1"/>
          </p:cNvSpPr>
          <p:nvPr>
            <p:ph type="body" idx="7"/>
          </p:nvPr>
        </p:nvSpPr>
        <p:spPr>
          <a:xfrm>
            <a:off x="6149041" y="4388168"/>
            <a:ext cx="5120640" cy="64008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p89"/>
          <p:cNvSpPr txBox="1">
            <a:spLocks noGrp="1"/>
          </p:cNvSpPr>
          <p:nvPr>
            <p:ph type="body" idx="8"/>
          </p:nvPr>
        </p:nvSpPr>
        <p:spPr>
          <a:xfrm>
            <a:off x="6149292" y="5202936"/>
            <a:ext cx="5120640" cy="3200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2pPr>
            <a:lvl3pPr marL="1371600" lvl="2"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3pPr>
            <a:lvl4pPr marL="1828800" lvl="3"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4pPr>
            <a:lvl5pPr marL="2286000" lvl="4" indent="-228600" algn="l">
              <a:lnSpc>
                <a:spcPct val="90000"/>
              </a:lnSpc>
              <a:spcBef>
                <a:spcPts val="500"/>
              </a:spcBef>
              <a:spcAft>
                <a:spcPts val="0"/>
              </a:spcAft>
              <a:buClr>
                <a:schemeClr val="accent1"/>
              </a:buClr>
              <a:buSzPts val="2000"/>
              <a:buNone/>
              <a:defRPr sz="2000">
                <a:solidFill>
                  <a:schemeClr val="accen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8" name="Google Shape;178;p89"/>
          <p:cNvSpPr txBox="1">
            <a:spLocks noGrp="1"/>
          </p:cNvSpPr>
          <p:nvPr>
            <p:ph type="body" idx="9"/>
          </p:nvPr>
        </p:nvSpPr>
        <p:spPr>
          <a:xfrm>
            <a:off x="6149166" y="5535502"/>
            <a:ext cx="5120640" cy="64008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1481255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roduct overview">
  <p:cSld name="Product overview">
    <p:spTree>
      <p:nvGrpSpPr>
        <p:cNvPr id="1" name="Shape 179"/>
        <p:cNvGrpSpPr/>
        <p:nvPr/>
      </p:nvGrpSpPr>
      <p:grpSpPr>
        <a:xfrm>
          <a:off x="0" y="0"/>
          <a:ext cx="0" cy="0"/>
          <a:chOff x="0" y="0"/>
          <a:chExt cx="0" cy="0"/>
        </a:xfrm>
      </p:grpSpPr>
      <p:sp>
        <p:nvSpPr>
          <p:cNvPr id="180" name="Google Shape;180;p90"/>
          <p:cNvSpPr>
            <a:spLocks noGrp="1"/>
          </p:cNvSpPr>
          <p:nvPr>
            <p:ph type="pic" idx="2"/>
          </p:nvPr>
        </p:nvSpPr>
        <p:spPr>
          <a:xfrm>
            <a:off x="1524" y="0"/>
            <a:ext cx="12188952" cy="6858000"/>
          </a:xfrm>
          <a:prstGeom prst="rect">
            <a:avLst/>
          </a:prstGeom>
          <a:solidFill>
            <a:srgbClr val="C4FFFF"/>
          </a:solidFill>
          <a:ln>
            <a:noFill/>
          </a:ln>
        </p:spPr>
      </p:sp>
      <p:sp>
        <p:nvSpPr>
          <p:cNvPr id="181" name="Google Shape;181;p90"/>
          <p:cNvSpPr txBox="1">
            <a:spLocks noGrp="1"/>
          </p:cNvSpPr>
          <p:nvPr>
            <p:ph type="title"/>
          </p:nvPr>
        </p:nvSpPr>
        <p:spPr>
          <a:xfrm>
            <a:off x="841248" y="858957"/>
            <a:ext cx="4032504" cy="1325563"/>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5" name="Google Shape;185;p90"/>
          <p:cNvSpPr txBox="1">
            <a:spLocks noGrp="1"/>
          </p:cNvSpPr>
          <p:nvPr>
            <p:ph type="body" idx="1"/>
          </p:nvPr>
        </p:nvSpPr>
        <p:spPr>
          <a:xfrm>
            <a:off x="5638800" y="1173329"/>
            <a:ext cx="274320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800"/>
              <a:buNone/>
              <a:defRPr sz="1800" cap="none">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6" name="Google Shape;186;p90"/>
          <p:cNvSpPr txBox="1">
            <a:spLocks noGrp="1"/>
          </p:cNvSpPr>
          <p:nvPr>
            <p:ph type="body" idx="3"/>
          </p:nvPr>
        </p:nvSpPr>
        <p:spPr>
          <a:xfrm>
            <a:off x="5638800" y="1522412"/>
            <a:ext cx="2743200" cy="914400"/>
          </a:xfrm>
          <a:prstGeom prst="rect">
            <a:avLst/>
          </a:prstGeom>
          <a:noFill/>
          <a:ln>
            <a:noFill/>
          </a:ln>
        </p:spPr>
        <p:txBody>
          <a:bodyPr spcFirstLastPara="1" wrap="square" lIns="91425" tIns="45700" rIns="91425" bIns="45700" anchor="t" anchorCtr="0">
            <a:noAutofit/>
          </a:bodyPr>
          <a:lstStyle>
            <a:lvl1pPr marL="457200" lvl="0" indent="-228600" algn="l">
              <a:lnSpc>
                <a:spcPct val="142857"/>
              </a:lnSpc>
              <a:spcBef>
                <a:spcPts val="0"/>
              </a:spcBef>
              <a:spcAft>
                <a:spcPts val="0"/>
              </a:spcAft>
              <a:buClr>
                <a:schemeClr val="lt1"/>
              </a:buClr>
              <a:buSzPts val="1400"/>
              <a:buNone/>
              <a:defRPr sz="1400">
                <a:solidFill>
                  <a:schemeClr val="lt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90"/>
          <p:cNvSpPr txBox="1">
            <a:spLocks noGrp="1"/>
          </p:cNvSpPr>
          <p:nvPr>
            <p:ph type="body" idx="4"/>
          </p:nvPr>
        </p:nvSpPr>
        <p:spPr>
          <a:xfrm>
            <a:off x="5638800" y="2743993"/>
            <a:ext cx="274320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800"/>
              <a:buNone/>
              <a:defRPr sz="1800" cap="none">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90"/>
          <p:cNvSpPr txBox="1">
            <a:spLocks noGrp="1"/>
          </p:cNvSpPr>
          <p:nvPr>
            <p:ph type="body" idx="5"/>
          </p:nvPr>
        </p:nvSpPr>
        <p:spPr>
          <a:xfrm>
            <a:off x="5638800" y="3074026"/>
            <a:ext cx="2743200" cy="914400"/>
          </a:xfrm>
          <a:prstGeom prst="rect">
            <a:avLst/>
          </a:prstGeom>
          <a:noFill/>
          <a:ln>
            <a:noFill/>
          </a:ln>
        </p:spPr>
        <p:txBody>
          <a:bodyPr spcFirstLastPara="1" wrap="square" lIns="91425" tIns="45700" rIns="91425" bIns="45700" anchor="t" anchorCtr="0">
            <a:noAutofit/>
          </a:bodyPr>
          <a:lstStyle>
            <a:lvl1pPr marL="457200" lvl="0" indent="-228600" algn="l">
              <a:lnSpc>
                <a:spcPct val="142857"/>
              </a:lnSpc>
              <a:spcBef>
                <a:spcPts val="0"/>
              </a:spcBef>
              <a:spcAft>
                <a:spcPts val="0"/>
              </a:spcAft>
              <a:buClr>
                <a:schemeClr val="lt1"/>
              </a:buClr>
              <a:buSzPts val="1400"/>
              <a:buNone/>
              <a:defRPr sz="1400">
                <a:solidFill>
                  <a:schemeClr val="lt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90"/>
          <p:cNvSpPr txBox="1">
            <a:spLocks noGrp="1"/>
          </p:cNvSpPr>
          <p:nvPr>
            <p:ph type="body" idx="6"/>
          </p:nvPr>
        </p:nvSpPr>
        <p:spPr>
          <a:xfrm>
            <a:off x="8686038" y="1182807"/>
            <a:ext cx="274320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800"/>
              <a:buNone/>
              <a:defRPr sz="1800" cap="none">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90"/>
          <p:cNvSpPr txBox="1">
            <a:spLocks noGrp="1"/>
          </p:cNvSpPr>
          <p:nvPr>
            <p:ph type="body" idx="7"/>
          </p:nvPr>
        </p:nvSpPr>
        <p:spPr>
          <a:xfrm>
            <a:off x="8686038" y="1531890"/>
            <a:ext cx="2743200" cy="914400"/>
          </a:xfrm>
          <a:prstGeom prst="rect">
            <a:avLst/>
          </a:prstGeom>
          <a:noFill/>
          <a:ln>
            <a:noFill/>
          </a:ln>
        </p:spPr>
        <p:txBody>
          <a:bodyPr spcFirstLastPara="1" wrap="square" lIns="91425" tIns="45700" rIns="91425" bIns="45700" anchor="t" anchorCtr="0">
            <a:noAutofit/>
          </a:bodyPr>
          <a:lstStyle>
            <a:lvl1pPr marL="457200" lvl="0" indent="-228600" algn="l">
              <a:lnSpc>
                <a:spcPct val="142857"/>
              </a:lnSpc>
              <a:spcBef>
                <a:spcPts val="0"/>
              </a:spcBef>
              <a:spcAft>
                <a:spcPts val="0"/>
              </a:spcAft>
              <a:buClr>
                <a:schemeClr val="lt1"/>
              </a:buClr>
              <a:buSzPts val="1400"/>
              <a:buNone/>
              <a:defRPr sz="1400">
                <a:solidFill>
                  <a:schemeClr val="lt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90"/>
          <p:cNvSpPr txBox="1">
            <a:spLocks noGrp="1"/>
          </p:cNvSpPr>
          <p:nvPr>
            <p:ph type="body" idx="8"/>
          </p:nvPr>
        </p:nvSpPr>
        <p:spPr>
          <a:xfrm>
            <a:off x="8686038" y="2753471"/>
            <a:ext cx="274320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800"/>
              <a:buNone/>
              <a:defRPr sz="1800" cap="none">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90"/>
          <p:cNvSpPr txBox="1">
            <a:spLocks noGrp="1"/>
          </p:cNvSpPr>
          <p:nvPr>
            <p:ph type="body" idx="9"/>
          </p:nvPr>
        </p:nvSpPr>
        <p:spPr>
          <a:xfrm>
            <a:off x="8686038" y="3083504"/>
            <a:ext cx="2743200" cy="914400"/>
          </a:xfrm>
          <a:prstGeom prst="rect">
            <a:avLst/>
          </a:prstGeom>
          <a:noFill/>
          <a:ln>
            <a:noFill/>
          </a:ln>
        </p:spPr>
        <p:txBody>
          <a:bodyPr spcFirstLastPara="1" wrap="square" lIns="91425" tIns="45700" rIns="91425" bIns="45700" anchor="t" anchorCtr="0">
            <a:noAutofit/>
          </a:bodyPr>
          <a:lstStyle>
            <a:lvl1pPr marL="457200" lvl="0" indent="-228600" algn="l">
              <a:lnSpc>
                <a:spcPct val="142857"/>
              </a:lnSpc>
              <a:spcBef>
                <a:spcPts val="0"/>
              </a:spcBef>
              <a:spcAft>
                <a:spcPts val="0"/>
              </a:spcAft>
              <a:buClr>
                <a:schemeClr val="lt1"/>
              </a:buClr>
              <a:buSzPts val="1400"/>
              <a:buNone/>
              <a:defRPr sz="1400">
                <a:solidFill>
                  <a:schemeClr val="lt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3" name="Google Shape;193;p90"/>
          <p:cNvSpPr/>
          <p:nvPr/>
        </p:nvSpPr>
        <p:spPr>
          <a:xfrm>
            <a:off x="0" y="2331990"/>
            <a:ext cx="4877562"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88814266"/>
      </p:ext>
    </p:extLst>
  </p:cSld>
  <p:clrMapOvr>
    <a:masterClrMapping/>
  </p:clrMapOvr>
  <p:extLst>
    <p:ext uri="{DCECCB84-F9BA-43D5-87BE-67443E8EF086}">
      <p15:sldGuideLst xmlns:p15="http://schemas.microsoft.com/office/powerpoint/2012/main">
        <p15:guide id="1" orient="horz" pos="91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Break">
  <p:cSld name="Section Break">
    <p:spTree>
      <p:nvGrpSpPr>
        <p:cNvPr id="1" name="Shape 194"/>
        <p:cNvGrpSpPr/>
        <p:nvPr/>
      </p:nvGrpSpPr>
      <p:grpSpPr>
        <a:xfrm>
          <a:off x="0" y="0"/>
          <a:ext cx="0" cy="0"/>
          <a:chOff x="0" y="0"/>
          <a:chExt cx="0" cy="0"/>
        </a:xfrm>
      </p:grpSpPr>
      <p:sp>
        <p:nvSpPr>
          <p:cNvPr id="195" name="Google Shape;195;p91"/>
          <p:cNvSpPr>
            <a:spLocks noGrp="1"/>
          </p:cNvSpPr>
          <p:nvPr>
            <p:ph type="pic" idx="2"/>
          </p:nvPr>
        </p:nvSpPr>
        <p:spPr>
          <a:xfrm>
            <a:off x="1524" y="0"/>
            <a:ext cx="12188952" cy="6858000"/>
          </a:xfrm>
          <a:prstGeom prst="rect">
            <a:avLst/>
          </a:prstGeom>
          <a:solidFill>
            <a:srgbClr val="C4FFFF"/>
          </a:solidFill>
          <a:ln>
            <a:noFill/>
          </a:ln>
        </p:spPr>
      </p:sp>
      <p:sp>
        <p:nvSpPr>
          <p:cNvPr id="196" name="Google Shape;196;p91"/>
          <p:cNvSpPr txBox="1">
            <a:spLocks noGrp="1"/>
          </p:cNvSpPr>
          <p:nvPr>
            <p:ph type="title"/>
          </p:nvPr>
        </p:nvSpPr>
        <p:spPr>
          <a:xfrm>
            <a:off x="831850" y="5084064"/>
            <a:ext cx="8311896" cy="1049254"/>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800"/>
              <a:buFont typeface="Arial"/>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0" name="Google Shape;200;p91"/>
          <p:cNvSpPr/>
          <p:nvPr/>
        </p:nvSpPr>
        <p:spPr>
          <a:xfrm>
            <a:off x="0" y="4697923"/>
            <a:ext cx="914400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798541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usiness Model">
  <p:cSld name="Business Model">
    <p:spTree>
      <p:nvGrpSpPr>
        <p:cNvPr id="1" name="Shape 201"/>
        <p:cNvGrpSpPr/>
        <p:nvPr/>
      </p:nvGrpSpPr>
      <p:grpSpPr>
        <a:xfrm>
          <a:off x="0" y="0"/>
          <a:ext cx="0" cy="0"/>
          <a:chOff x="0" y="0"/>
          <a:chExt cx="0" cy="0"/>
        </a:xfrm>
      </p:grpSpPr>
      <p:sp>
        <p:nvSpPr>
          <p:cNvPr id="202" name="Google Shape;202;p92"/>
          <p:cNvSpPr>
            <a:spLocks noGrp="1"/>
          </p:cNvSpPr>
          <p:nvPr>
            <p:ph type="pic" idx="2"/>
          </p:nvPr>
        </p:nvSpPr>
        <p:spPr>
          <a:xfrm>
            <a:off x="1524" y="0"/>
            <a:ext cx="12188952" cy="6858000"/>
          </a:xfrm>
          <a:prstGeom prst="rect">
            <a:avLst/>
          </a:prstGeom>
          <a:solidFill>
            <a:srgbClr val="C4FFFF"/>
          </a:solidFill>
          <a:ln>
            <a:noFill/>
          </a:ln>
        </p:spPr>
      </p:sp>
      <p:sp>
        <p:nvSpPr>
          <p:cNvPr id="203" name="Google Shape;203;p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4" name="Google Shape;204;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6" name="Google Shape;206;p92"/>
          <p:cNvSpPr txBox="1">
            <a:spLocks noGrp="1"/>
          </p:cNvSpPr>
          <p:nvPr>
            <p:ph type="body" idx="1"/>
          </p:nvPr>
        </p:nvSpPr>
        <p:spPr>
          <a:xfrm>
            <a:off x="1444752" y="2487165"/>
            <a:ext cx="2926080" cy="2714379"/>
          </a:xfrm>
          <a:prstGeom prst="rect">
            <a:avLst/>
          </a:prstGeom>
          <a:solidFill>
            <a:schemeClr val="lt1">
              <a:alpha val="83921"/>
            </a:schemeClr>
          </a:solidFill>
          <a:ln>
            <a:noFill/>
          </a:ln>
        </p:spPr>
        <p:txBody>
          <a:bodyPr spcFirstLastPara="1" wrap="square" lIns="91425" tIns="429750" rIns="91425" bIns="45700" anchor="t" anchorCtr="0">
            <a:no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92"/>
          <p:cNvSpPr txBox="1">
            <a:spLocks noGrp="1"/>
          </p:cNvSpPr>
          <p:nvPr>
            <p:ph type="body" idx="3"/>
          </p:nvPr>
        </p:nvSpPr>
        <p:spPr>
          <a:xfrm>
            <a:off x="1673352" y="3374136"/>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92"/>
          <p:cNvSpPr txBox="1">
            <a:spLocks noGrp="1"/>
          </p:cNvSpPr>
          <p:nvPr>
            <p:ph type="body" idx="4"/>
          </p:nvPr>
        </p:nvSpPr>
        <p:spPr>
          <a:xfrm>
            <a:off x="4636008" y="2487165"/>
            <a:ext cx="2926080" cy="2715768"/>
          </a:xfrm>
          <a:prstGeom prst="rect">
            <a:avLst/>
          </a:prstGeom>
          <a:solidFill>
            <a:schemeClr val="lt1">
              <a:alpha val="83921"/>
            </a:schemeClr>
          </a:solidFill>
          <a:ln>
            <a:noFill/>
          </a:ln>
        </p:spPr>
        <p:txBody>
          <a:bodyPr spcFirstLastPara="1" wrap="square" lIns="91425" tIns="429750" rIns="91425" bIns="45700" anchor="t" anchorCtr="0">
            <a:norm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92"/>
          <p:cNvSpPr txBox="1">
            <a:spLocks noGrp="1"/>
          </p:cNvSpPr>
          <p:nvPr>
            <p:ph type="body" idx="5"/>
          </p:nvPr>
        </p:nvSpPr>
        <p:spPr>
          <a:xfrm>
            <a:off x="4873775" y="3374136"/>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92"/>
          <p:cNvSpPr txBox="1">
            <a:spLocks noGrp="1"/>
          </p:cNvSpPr>
          <p:nvPr>
            <p:ph type="body" idx="6"/>
          </p:nvPr>
        </p:nvSpPr>
        <p:spPr>
          <a:xfrm>
            <a:off x="7790688" y="2487165"/>
            <a:ext cx="2926080" cy="2715768"/>
          </a:xfrm>
          <a:prstGeom prst="rect">
            <a:avLst/>
          </a:prstGeom>
          <a:solidFill>
            <a:schemeClr val="lt1">
              <a:alpha val="83921"/>
            </a:schemeClr>
          </a:solidFill>
          <a:ln>
            <a:noFill/>
          </a:ln>
        </p:spPr>
        <p:txBody>
          <a:bodyPr spcFirstLastPara="1" wrap="square" lIns="91425" tIns="429750" rIns="91425" bIns="45700" anchor="t" anchorCtr="0">
            <a:norm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92"/>
          <p:cNvSpPr txBox="1">
            <a:spLocks noGrp="1"/>
          </p:cNvSpPr>
          <p:nvPr>
            <p:ph type="body" idx="7"/>
          </p:nvPr>
        </p:nvSpPr>
        <p:spPr>
          <a:xfrm>
            <a:off x="8019288" y="3374136"/>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92"/>
          <p:cNvSpPr/>
          <p:nvPr/>
        </p:nvSpPr>
        <p:spPr>
          <a:xfrm>
            <a:off x="1444752" y="2258568"/>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4" name="Google Shape;214;p92"/>
          <p:cNvSpPr/>
          <p:nvPr/>
        </p:nvSpPr>
        <p:spPr>
          <a:xfrm>
            <a:off x="4636008" y="2258568"/>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5" name="Google Shape;215;p92"/>
          <p:cNvSpPr/>
          <p:nvPr/>
        </p:nvSpPr>
        <p:spPr>
          <a:xfrm>
            <a:off x="7790688" y="2258568"/>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8517895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Market Comparison">
  <p:cSld name="Market Comparison">
    <p:spTree>
      <p:nvGrpSpPr>
        <p:cNvPr id="1" name="Shape 216"/>
        <p:cNvGrpSpPr/>
        <p:nvPr/>
      </p:nvGrpSpPr>
      <p:grpSpPr>
        <a:xfrm>
          <a:off x="0" y="0"/>
          <a:ext cx="0" cy="0"/>
          <a:chOff x="0" y="0"/>
          <a:chExt cx="0" cy="0"/>
        </a:xfrm>
      </p:grpSpPr>
      <p:sp>
        <p:nvSpPr>
          <p:cNvPr id="217" name="Google Shape;217;p93"/>
          <p:cNvSpPr>
            <a:spLocks noGrp="1"/>
          </p:cNvSpPr>
          <p:nvPr>
            <p:ph type="pic" idx="2"/>
          </p:nvPr>
        </p:nvSpPr>
        <p:spPr>
          <a:xfrm>
            <a:off x="1524" y="0"/>
            <a:ext cx="12188952" cy="6858000"/>
          </a:xfrm>
          <a:prstGeom prst="rect">
            <a:avLst/>
          </a:prstGeom>
          <a:solidFill>
            <a:srgbClr val="C4FFFF"/>
          </a:solidFill>
          <a:ln>
            <a:noFill/>
          </a:ln>
        </p:spPr>
      </p:sp>
      <p:sp>
        <p:nvSpPr>
          <p:cNvPr id="218" name="Google Shape;218;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21" name="Google Shape;221;p93"/>
          <p:cNvSpPr txBox="1">
            <a:spLocks noGrp="1"/>
          </p:cNvSpPr>
          <p:nvPr>
            <p:ph type="body" idx="1"/>
          </p:nvPr>
        </p:nvSpPr>
        <p:spPr>
          <a:xfrm>
            <a:off x="1069848" y="2121408"/>
            <a:ext cx="2560320" cy="914400"/>
          </a:xfrm>
          <a:prstGeom prst="rect">
            <a:avLst/>
          </a:prstGeom>
          <a:noFill/>
          <a:ln>
            <a:noFill/>
          </a:ln>
        </p:spPr>
        <p:txBody>
          <a:bodyPr spcFirstLastPara="1" wrap="square" lIns="91425" tIns="45700" rIns="91425" bIns="45700" anchor="b" anchorCtr="0">
            <a:noAutofit/>
          </a:bodyPr>
          <a:lstStyle>
            <a:lvl1pPr marL="457200" lvl="0" indent="-228600" algn="ctr">
              <a:lnSpc>
                <a:spcPct val="90000"/>
              </a:lnSpc>
              <a:spcBef>
                <a:spcPts val="0"/>
              </a:spcBef>
              <a:spcAft>
                <a:spcPts val="0"/>
              </a:spcAft>
              <a:buSzPts val="6000"/>
              <a:buNone/>
              <a:defRPr sz="6000">
                <a:latin typeface="Arial"/>
                <a:ea typeface="Arial"/>
                <a:cs typeface="Arial"/>
                <a:sym typeface="Arial"/>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2" name="Google Shape;222;p93"/>
          <p:cNvSpPr txBox="1">
            <a:spLocks noGrp="1"/>
          </p:cNvSpPr>
          <p:nvPr>
            <p:ph type="body" idx="3"/>
          </p:nvPr>
        </p:nvSpPr>
        <p:spPr>
          <a:xfrm>
            <a:off x="4800600" y="2121408"/>
            <a:ext cx="2560320" cy="914400"/>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0"/>
              </a:spcBef>
              <a:spcAft>
                <a:spcPts val="0"/>
              </a:spcAft>
              <a:buSzPts val="6000"/>
              <a:buNone/>
              <a:defRPr sz="6000">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p93"/>
          <p:cNvSpPr txBox="1">
            <a:spLocks noGrp="1"/>
          </p:cNvSpPr>
          <p:nvPr>
            <p:ph type="body" idx="4"/>
          </p:nvPr>
        </p:nvSpPr>
        <p:spPr>
          <a:xfrm>
            <a:off x="8531351" y="2121408"/>
            <a:ext cx="2592505" cy="914400"/>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0"/>
              </a:spcBef>
              <a:spcAft>
                <a:spcPts val="0"/>
              </a:spcAft>
              <a:buSzPts val="6000"/>
              <a:buNone/>
              <a:defRPr sz="6000">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4" name="Google Shape;224;p93"/>
          <p:cNvSpPr txBox="1">
            <a:spLocks noGrp="1"/>
          </p:cNvSpPr>
          <p:nvPr>
            <p:ph type="body" idx="5"/>
          </p:nvPr>
        </p:nvSpPr>
        <p:spPr>
          <a:xfrm>
            <a:off x="1069848" y="3730752"/>
            <a:ext cx="2560320" cy="118872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400"/>
              <a:buNone/>
              <a:defRPr sz="14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93"/>
          <p:cNvSpPr txBox="1">
            <a:spLocks noGrp="1"/>
          </p:cNvSpPr>
          <p:nvPr>
            <p:ph type="body" idx="6"/>
          </p:nvPr>
        </p:nvSpPr>
        <p:spPr>
          <a:xfrm>
            <a:off x="4800600" y="3730752"/>
            <a:ext cx="2560320" cy="118872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400"/>
              <a:buNone/>
              <a:defRPr sz="14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93"/>
          <p:cNvSpPr txBox="1">
            <a:spLocks noGrp="1"/>
          </p:cNvSpPr>
          <p:nvPr>
            <p:ph type="body" idx="7"/>
          </p:nvPr>
        </p:nvSpPr>
        <p:spPr>
          <a:xfrm>
            <a:off x="8531352" y="3730752"/>
            <a:ext cx="2560320" cy="118872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400"/>
              <a:buNone/>
              <a:defRPr sz="14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marL="1371600" lvl="2"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3pPr>
            <a:lvl4pPr marL="1828800" lvl="3"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4pPr>
            <a:lvl5pPr marL="2286000" lvl="4" indent="-228600" algn="l">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93"/>
          <p:cNvSpPr/>
          <p:nvPr/>
        </p:nvSpPr>
        <p:spPr>
          <a:xfrm>
            <a:off x="1031875" y="3231845"/>
            <a:ext cx="10091982"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062344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ur Competition">
  <p:cSld name="Our Competition">
    <p:spTree>
      <p:nvGrpSpPr>
        <p:cNvPr id="1" name="Shape 229"/>
        <p:cNvGrpSpPr/>
        <p:nvPr/>
      </p:nvGrpSpPr>
      <p:grpSpPr>
        <a:xfrm>
          <a:off x="0" y="0"/>
          <a:ext cx="0" cy="0"/>
          <a:chOff x="0" y="0"/>
          <a:chExt cx="0" cy="0"/>
        </a:xfrm>
      </p:grpSpPr>
      <p:sp>
        <p:nvSpPr>
          <p:cNvPr id="230" name="Google Shape;230;p94"/>
          <p:cNvSpPr>
            <a:spLocks noGrp="1"/>
          </p:cNvSpPr>
          <p:nvPr>
            <p:ph type="pic" idx="2"/>
          </p:nvPr>
        </p:nvSpPr>
        <p:spPr>
          <a:xfrm>
            <a:off x="1524" y="0"/>
            <a:ext cx="12188952" cy="6858000"/>
          </a:xfrm>
          <a:prstGeom prst="rect">
            <a:avLst/>
          </a:prstGeom>
          <a:solidFill>
            <a:srgbClr val="C4FFFF"/>
          </a:solidFill>
          <a:ln>
            <a:noFill/>
          </a:ln>
        </p:spPr>
      </p:sp>
      <p:sp>
        <p:nvSpPr>
          <p:cNvPr id="231" name="Google Shape;231;p94"/>
          <p:cNvSpPr txBox="1">
            <a:spLocks noGrp="1"/>
          </p:cNvSpPr>
          <p:nvPr>
            <p:ph type="body" idx="1"/>
          </p:nvPr>
        </p:nvSpPr>
        <p:spPr>
          <a:xfrm>
            <a:off x="3048000" y="1690688"/>
            <a:ext cx="9144000" cy="3886200"/>
          </a:xfrm>
          <a:prstGeom prst="rect">
            <a:avLst/>
          </a:prstGeom>
          <a:solidFill>
            <a:schemeClr val="lt1">
              <a:alpha val="92156"/>
            </a:schemeClr>
          </a:solidFill>
          <a:ln>
            <a:noFill/>
          </a:ln>
        </p:spPr>
        <p:txBody>
          <a:bodyPr spcFirstLastPara="1" wrap="square" lIns="411475" tIns="566925" rIns="4937750" bIns="3063225" anchor="b" anchorCtr="0">
            <a:noAutofit/>
          </a:bodyPr>
          <a:lstStyle>
            <a:lvl1pPr marL="457200" lvl="0" indent="-228600" algn="l">
              <a:lnSpc>
                <a:spcPct val="90000"/>
              </a:lnSpc>
              <a:spcBef>
                <a:spcPts val="1000"/>
              </a:spcBef>
              <a:spcAft>
                <a:spcPts val="0"/>
              </a:spcAft>
              <a:buClr>
                <a:schemeClr val="accent1"/>
              </a:buClr>
              <a:buSzPts val="1800"/>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94"/>
          <p:cNvSpPr txBox="1">
            <a:spLocks noGrp="1"/>
          </p:cNvSpPr>
          <p:nvPr>
            <p:ph type="title"/>
          </p:nvPr>
        </p:nvSpPr>
        <p:spPr>
          <a:xfrm>
            <a:off x="3383280" y="365125"/>
            <a:ext cx="789432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 name="Google Shape;233;p94"/>
          <p:cNvSpPr txBox="1">
            <a:spLocks noGrp="1"/>
          </p:cNvSpPr>
          <p:nvPr>
            <p:ph type="body" idx="3"/>
          </p:nvPr>
        </p:nvSpPr>
        <p:spPr>
          <a:xfrm>
            <a:off x="3392488" y="2686050"/>
            <a:ext cx="36576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400"/>
              <a:buNone/>
              <a:defRPr sz="1400"/>
            </a:lvl3pPr>
            <a:lvl4pPr marL="1828800" lvl="3" indent="-228600" algn="l">
              <a:lnSpc>
                <a:spcPct val="90000"/>
              </a:lnSpc>
              <a:spcBef>
                <a:spcPts val="500"/>
              </a:spcBef>
              <a:spcAft>
                <a:spcPts val="0"/>
              </a:spcAft>
              <a:buClr>
                <a:schemeClr val="dk1"/>
              </a:buClr>
              <a:buSzPts val="1400"/>
              <a:buNone/>
              <a:defRPr sz="1400"/>
            </a:lvl4pPr>
            <a:lvl5pPr marL="2286000" lvl="4" indent="-228600" algn="l">
              <a:lnSpc>
                <a:spcPct val="9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4" name="Google Shape;234;p94"/>
          <p:cNvSpPr txBox="1">
            <a:spLocks noGrp="1"/>
          </p:cNvSpPr>
          <p:nvPr>
            <p:ph type="body" idx="4"/>
          </p:nvPr>
        </p:nvSpPr>
        <p:spPr>
          <a:xfrm>
            <a:off x="7629525" y="1919288"/>
            <a:ext cx="3657600" cy="64008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1800"/>
              <a:buNone/>
              <a:defRPr sz="1800" b="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35" name="Google Shape;235;p94"/>
          <p:cNvSpPr txBox="1">
            <a:spLocks noGrp="1"/>
          </p:cNvSpPr>
          <p:nvPr>
            <p:ph type="body" idx="5"/>
          </p:nvPr>
        </p:nvSpPr>
        <p:spPr>
          <a:xfrm>
            <a:off x="7629525" y="2686050"/>
            <a:ext cx="36576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42857"/>
              </a:lnSpc>
              <a:spcBef>
                <a:spcPts val="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400"/>
              <a:buNone/>
              <a:defRPr sz="1400"/>
            </a:lvl3pPr>
            <a:lvl4pPr marL="1828800" lvl="3" indent="-228600" algn="l">
              <a:lnSpc>
                <a:spcPct val="90000"/>
              </a:lnSpc>
              <a:spcBef>
                <a:spcPts val="500"/>
              </a:spcBef>
              <a:spcAft>
                <a:spcPts val="0"/>
              </a:spcAft>
              <a:buClr>
                <a:schemeClr val="dk1"/>
              </a:buClr>
              <a:buSzPts val="1400"/>
              <a:buNone/>
              <a:defRPr sz="1400"/>
            </a:lvl4pPr>
            <a:lvl5pPr marL="2286000" lvl="4" indent="-228600" algn="l">
              <a:lnSpc>
                <a:spcPct val="9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6" name="Google Shape;236;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9" name="Google Shape;239;p94"/>
          <p:cNvSpPr/>
          <p:nvPr/>
        </p:nvSpPr>
        <p:spPr>
          <a:xfrm>
            <a:off x="2817876" y="1690688"/>
            <a:ext cx="228600" cy="38862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14596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Growth">
  <p:cSld name="Growth">
    <p:spTree>
      <p:nvGrpSpPr>
        <p:cNvPr id="1" name="Shape 240"/>
        <p:cNvGrpSpPr/>
        <p:nvPr/>
      </p:nvGrpSpPr>
      <p:grpSpPr>
        <a:xfrm>
          <a:off x="0" y="0"/>
          <a:ext cx="0" cy="0"/>
          <a:chOff x="0" y="0"/>
          <a:chExt cx="0" cy="0"/>
        </a:xfrm>
      </p:grpSpPr>
      <p:sp>
        <p:nvSpPr>
          <p:cNvPr id="241" name="Google Shape;241;p95"/>
          <p:cNvSpPr>
            <a:spLocks noGrp="1"/>
          </p:cNvSpPr>
          <p:nvPr>
            <p:ph type="pic" idx="2"/>
          </p:nvPr>
        </p:nvSpPr>
        <p:spPr>
          <a:xfrm>
            <a:off x="1524" y="0"/>
            <a:ext cx="12188952" cy="6858000"/>
          </a:xfrm>
          <a:prstGeom prst="rect">
            <a:avLst/>
          </a:prstGeom>
          <a:solidFill>
            <a:srgbClr val="C4FFFF"/>
          </a:solidFill>
          <a:ln>
            <a:noFill/>
          </a:ln>
        </p:spPr>
      </p:sp>
      <p:sp>
        <p:nvSpPr>
          <p:cNvPr id="242" name="Google Shape;242;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3" name="Google Shape;243;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45" name="Google Shape;245;p95"/>
          <p:cNvSpPr txBox="1">
            <a:spLocks noGrp="1"/>
          </p:cNvSpPr>
          <p:nvPr>
            <p:ph type="body" idx="1"/>
          </p:nvPr>
        </p:nvSpPr>
        <p:spPr>
          <a:xfrm>
            <a:off x="1066800" y="1525143"/>
            <a:ext cx="10058400" cy="54864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chemeClr val="dk1"/>
              </a:buClr>
              <a:buSzPts val="2400"/>
              <a:buNone/>
              <a:defRPr sz="2400">
                <a:latin typeface="Arial"/>
                <a:ea typeface="Arial"/>
                <a:cs typeface="Arial"/>
                <a:sym typeface="Arial"/>
              </a:defRPr>
            </a:lvl2pPr>
            <a:lvl3pPr marL="1371600" lvl="2" indent="-228600" algn="ctr">
              <a:lnSpc>
                <a:spcPct val="90000"/>
              </a:lnSpc>
              <a:spcBef>
                <a:spcPts val="500"/>
              </a:spcBef>
              <a:spcAft>
                <a:spcPts val="0"/>
              </a:spcAft>
              <a:buClr>
                <a:schemeClr val="dk1"/>
              </a:buClr>
              <a:buSzPts val="2400"/>
              <a:buNone/>
              <a:defRPr sz="2400">
                <a:latin typeface="Arial"/>
                <a:ea typeface="Arial"/>
                <a:cs typeface="Arial"/>
                <a:sym typeface="Arial"/>
              </a:defRPr>
            </a:lvl3pPr>
            <a:lvl4pPr marL="1828800" lvl="3" indent="-228600" algn="ctr">
              <a:lnSpc>
                <a:spcPct val="90000"/>
              </a:lnSpc>
              <a:spcBef>
                <a:spcPts val="500"/>
              </a:spcBef>
              <a:spcAft>
                <a:spcPts val="0"/>
              </a:spcAft>
              <a:buClr>
                <a:schemeClr val="dk1"/>
              </a:buClr>
              <a:buSzPts val="2400"/>
              <a:buNone/>
              <a:defRPr sz="2400">
                <a:latin typeface="Arial"/>
                <a:ea typeface="Arial"/>
                <a:cs typeface="Arial"/>
                <a:sym typeface="Arial"/>
              </a:defRPr>
            </a:lvl4pPr>
            <a:lvl5pPr marL="2286000" lvl="4" indent="-228600" algn="ctr">
              <a:lnSpc>
                <a:spcPct val="90000"/>
              </a:lnSpc>
              <a:spcBef>
                <a:spcPts val="500"/>
              </a:spcBef>
              <a:spcAft>
                <a:spcPts val="0"/>
              </a:spcAft>
              <a:buClr>
                <a:schemeClr val="dk1"/>
              </a:buClr>
              <a:buSzPts val="2400"/>
              <a:buNone/>
              <a:defRPr sz="2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95"/>
          <p:cNvSpPr txBox="1">
            <a:spLocks noGrp="1"/>
          </p:cNvSpPr>
          <p:nvPr>
            <p:ph type="body" idx="3"/>
          </p:nvPr>
        </p:nvSpPr>
        <p:spPr>
          <a:xfrm>
            <a:off x="1444752" y="2697480"/>
            <a:ext cx="2926080" cy="2504064"/>
          </a:xfrm>
          <a:prstGeom prst="rect">
            <a:avLst/>
          </a:prstGeom>
          <a:solidFill>
            <a:schemeClr val="lt1">
              <a:alpha val="89019"/>
            </a:schemeClr>
          </a:solidFill>
          <a:ln>
            <a:noFill/>
          </a:ln>
        </p:spPr>
        <p:txBody>
          <a:bodyPr spcFirstLastPara="1" wrap="square" lIns="91425" tIns="502900" rIns="91425" bIns="45700" anchor="t" anchorCtr="0">
            <a:no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95"/>
          <p:cNvSpPr txBox="1">
            <a:spLocks noGrp="1"/>
          </p:cNvSpPr>
          <p:nvPr>
            <p:ph type="body" idx="4"/>
          </p:nvPr>
        </p:nvSpPr>
        <p:spPr>
          <a:xfrm>
            <a:off x="4636008" y="2697587"/>
            <a:ext cx="2926080" cy="2505345"/>
          </a:xfrm>
          <a:prstGeom prst="rect">
            <a:avLst/>
          </a:prstGeom>
          <a:solidFill>
            <a:schemeClr val="lt1">
              <a:alpha val="89019"/>
            </a:schemeClr>
          </a:solidFill>
          <a:ln>
            <a:noFill/>
          </a:ln>
        </p:spPr>
        <p:txBody>
          <a:bodyPr spcFirstLastPara="1" wrap="square" lIns="91425" tIns="502900" rIns="91425" bIns="45700" anchor="t" anchorCtr="0">
            <a:no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95"/>
          <p:cNvSpPr txBox="1">
            <a:spLocks noGrp="1"/>
          </p:cNvSpPr>
          <p:nvPr>
            <p:ph type="body" idx="5"/>
          </p:nvPr>
        </p:nvSpPr>
        <p:spPr>
          <a:xfrm>
            <a:off x="7790688" y="2697587"/>
            <a:ext cx="2926080" cy="2505345"/>
          </a:xfrm>
          <a:prstGeom prst="rect">
            <a:avLst/>
          </a:prstGeom>
          <a:solidFill>
            <a:schemeClr val="lt1">
              <a:alpha val="89019"/>
            </a:schemeClr>
          </a:solidFill>
          <a:ln>
            <a:noFill/>
          </a:ln>
        </p:spPr>
        <p:txBody>
          <a:bodyPr spcFirstLastPara="1" wrap="square" lIns="91425" tIns="502900" rIns="91425" bIns="45700" anchor="t" anchorCtr="0">
            <a:noAutofit/>
          </a:bodyPr>
          <a:lstStyle>
            <a:lvl1pPr marL="457200" lvl="0" indent="-228600" algn="ctr">
              <a:lnSpc>
                <a:spcPct val="90000"/>
              </a:lnSpc>
              <a:spcBef>
                <a:spcPts val="1000"/>
              </a:spcBef>
              <a:spcAft>
                <a:spcPts val="0"/>
              </a:spcAft>
              <a:buClr>
                <a:schemeClr val="accent1"/>
              </a:buClr>
              <a:buSzPts val="1800"/>
              <a:buFont typeface="Arial"/>
              <a:buNone/>
              <a:defRPr sz="1800" cap="none">
                <a:solidFill>
                  <a:schemeClr val="accen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0" name="Google Shape;250;p95"/>
          <p:cNvSpPr/>
          <p:nvPr/>
        </p:nvSpPr>
        <p:spPr>
          <a:xfrm>
            <a:off x="4636008" y="2468880"/>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1" name="Google Shape;251;p95"/>
          <p:cNvSpPr/>
          <p:nvPr/>
        </p:nvSpPr>
        <p:spPr>
          <a:xfrm>
            <a:off x="7790688" y="2468880"/>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2" name="Google Shape;252;p95"/>
          <p:cNvSpPr/>
          <p:nvPr/>
        </p:nvSpPr>
        <p:spPr>
          <a:xfrm>
            <a:off x="1444752" y="2468880"/>
            <a:ext cx="292608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3" name="Google Shape;253;p95"/>
          <p:cNvSpPr txBox="1">
            <a:spLocks noGrp="1"/>
          </p:cNvSpPr>
          <p:nvPr>
            <p:ph type="body" idx="6"/>
          </p:nvPr>
        </p:nvSpPr>
        <p:spPr>
          <a:xfrm>
            <a:off x="1673352" y="3584448"/>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4" name="Google Shape;254;p95"/>
          <p:cNvSpPr txBox="1">
            <a:spLocks noGrp="1"/>
          </p:cNvSpPr>
          <p:nvPr>
            <p:ph type="body" idx="7"/>
          </p:nvPr>
        </p:nvSpPr>
        <p:spPr>
          <a:xfrm>
            <a:off x="4873775" y="3584448"/>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p95"/>
          <p:cNvSpPr txBox="1">
            <a:spLocks noGrp="1"/>
          </p:cNvSpPr>
          <p:nvPr>
            <p:ph type="body" idx="8"/>
          </p:nvPr>
        </p:nvSpPr>
        <p:spPr>
          <a:xfrm>
            <a:off x="8019288" y="3584448"/>
            <a:ext cx="2468880" cy="1371600"/>
          </a:xfrm>
          <a:prstGeom prst="rect">
            <a:avLst/>
          </a:prstGeom>
          <a:noFill/>
          <a:ln>
            <a:noFill/>
          </a:ln>
        </p:spPr>
        <p:txBody>
          <a:bodyPr spcFirstLastPara="1" wrap="square" lIns="91425" tIns="45700" rIns="91425" bIns="45700" anchor="t" anchorCtr="0">
            <a:normAutofit/>
          </a:bodyPr>
          <a:lstStyle>
            <a:lvl1pPr marL="457200" lvl="0" indent="-228600" algn="ctr">
              <a:lnSpc>
                <a:spcPct val="157142"/>
              </a:lnSpc>
              <a:spcBef>
                <a:spcPts val="0"/>
              </a:spcBef>
              <a:spcAft>
                <a:spcPts val="0"/>
              </a:spcAft>
              <a:buClr>
                <a:schemeClr val="dk1"/>
              </a:buClr>
              <a:buSzPts val="1400"/>
              <a:buNone/>
              <a:defRPr sz="14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791751913"/>
      </p:ext>
    </p:extLst>
  </p:cSld>
  <p:clrMapOvr>
    <a:masterClrMapping/>
  </p:clrMapOvr>
  <p:extLst>
    <p:ext uri="{DCECCB84-F9BA-43D5-87BE-67443E8EF086}">
      <p15:sldGuideLst xmlns:p15="http://schemas.microsoft.com/office/powerpoint/2012/main">
        <p15:guide id="1" orient="horz" pos="76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56"/>
        <p:cNvGrpSpPr/>
        <p:nvPr/>
      </p:nvGrpSpPr>
      <p:grpSpPr>
        <a:xfrm>
          <a:off x="0" y="0"/>
          <a:ext cx="0" cy="0"/>
          <a:chOff x="0" y="0"/>
          <a:chExt cx="0" cy="0"/>
        </a:xfrm>
      </p:grpSpPr>
      <p:sp>
        <p:nvSpPr>
          <p:cNvPr id="257" name="Google Shape;257;p9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8" name="Google Shape;258;p96"/>
          <p:cNvSpPr txBox="1">
            <a:spLocks noGrp="1"/>
          </p:cNvSpPr>
          <p:nvPr>
            <p:ph type="body" idx="1"/>
          </p:nvPr>
        </p:nvSpPr>
        <p:spPr>
          <a:xfrm>
            <a:off x="839788" y="1933902"/>
            <a:ext cx="5157787" cy="56769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1600"/>
              <a:buNone/>
              <a:defRPr sz="1600" b="0"/>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59" name="Google Shape;259;p9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96"/>
          <p:cNvSpPr txBox="1">
            <a:spLocks noGrp="1"/>
          </p:cNvSpPr>
          <p:nvPr>
            <p:ph type="body" idx="3"/>
          </p:nvPr>
        </p:nvSpPr>
        <p:spPr>
          <a:xfrm>
            <a:off x="6172200" y="1933902"/>
            <a:ext cx="5183188" cy="56769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1600"/>
              <a:buNone/>
              <a:defRPr sz="1600" b="0"/>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61" name="Google Shape;261;p9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3" name="Google Shape;263;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5" name="Google Shape;265;p96"/>
          <p:cNvSpPr txBox="1">
            <a:spLocks noGrp="1"/>
          </p:cNvSpPr>
          <p:nvPr>
            <p:ph type="body" idx="5"/>
          </p:nvPr>
        </p:nvSpPr>
        <p:spPr>
          <a:xfrm>
            <a:off x="836613" y="1482296"/>
            <a:ext cx="8321040" cy="3651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000"/>
              <a:buNone/>
              <a:defRPr sz="2000">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a:latin typeface="Arial"/>
                <a:ea typeface="Arial"/>
                <a:cs typeface="Arial"/>
                <a:sym typeface="Arial"/>
              </a:defRPr>
            </a:lvl2pPr>
            <a:lvl3pPr marL="1371600" lvl="2" indent="-228600" algn="l">
              <a:lnSpc>
                <a:spcPct val="90000"/>
              </a:lnSpc>
              <a:spcBef>
                <a:spcPts val="500"/>
              </a:spcBef>
              <a:spcAft>
                <a:spcPts val="0"/>
              </a:spcAft>
              <a:buClr>
                <a:schemeClr val="dk1"/>
              </a:buClr>
              <a:buSzPts val="2000"/>
              <a:buNone/>
              <a:defRPr sz="2000">
                <a:latin typeface="Arial"/>
                <a:ea typeface="Arial"/>
                <a:cs typeface="Arial"/>
                <a:sym typeface="Arial"/>
              </a:defRPr>
            </a:lvl3pPr>
            <a:lvl4pPr marL="1828800" lvl="3" indent="-228600" algn="l">
              <a:lnSpc>
                <a:spcPct val="90000"/>
              </a:lnSpc>
              <a:spcBef>
                <a:spcPts val="500"/>
              </a:spcBef>
              <a:spcAft>
                <a:spcPts val="0"/>
              </a:spcAft>
              <a:buClr>
                <a:schemeClr val="dk1"/>
              </a:buClr>
              <a:buSzPts val="2000"/>
              <a:buNone/>
              <a:defRPr sz="2000">
                <a:latin typeface="Arial"/>
                <a:ea typeface="Arial"/>
                <a:cs typeface="Arial"/>
                <a:sym typeface="Arial"/>
              </a:defRPr>
            </a:lvl4pPr>
            <a:lvl5pPr marL="2286000" lvl="4" indent="-228600" algn="l">
              <a:lnSpc>
                <a:spcPct val="90000"/>
              </a:lnSpc>
              <a:spcBef>
                <a:spcPts val="500"/>
              </a:spcBef>
              <a:spcAft>
                <a:spcPts val="0"/>
              </a:spcAft>
              <a:buClr>
                <a:schemeClr val="dk1"/>
              </a:buClr>
              <a:buSzPts val="2000"/>
              <a:buNone/>
              <a:defRPr sz="20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363615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266"/>
        <p:cNvGrpSpPr/>
        <p:nvPr/>
      </p:nvGrpSpPr>
      <p:grpSpPr>
        <a:xfrm>
          <a:off x="0" y="0"/>
          <a:ext cx="0" cy="0"/>
          <a:chOff x="0" y="0"/>
          <a:chExt cx="0" cy="0"/>
        </a:xfrm>
      </p:grpSpPr>
      <p:sp>
        <p:nvSpPr>
          <p:cNvPr id="267" name="Google Shape;267;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8" name="Google Shape;268;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9" name="Google Shape;269;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70" name="Google Shape;270;p97"/>
          <p:cNvSpPr txBox="1">
            <a:spLocks noGrp="1"/>
          </p:cNvSpPr>
          <p:nvPr>
            <p:ph type="body" idx="1"/>
          </p:nvPr>
        </p:nvSpPr>
        <p:spPr>
          <a:xfrm>
            <a:off x="914399" y="3422952"/>
            <a:ext cx="731520" cy="457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400"/>
              <a:buNone/>
              <a:defRPr sz="1400" b="1">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1" name="Google Shape;271;p97"/>
          <p:cNvSpPr txBox="1">
            <a:spLocks noGrp="1"/>
          </p:cNvSpPr>
          <p:nvPr>
            <p:ph type="body" idx="2"/>
          </p:nvPr>
        </p:nvSpPr>
        <p:spPr>
          <a:xfrm>
            <a:off x="196596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2" name="Google Shape;272;p97"/>
          <p:cNvSpPr txBox="1">
            <a:spLocks noGrp="1"/>
          </p:cNvSpPr>
          <p:nvPr>
            <p:ph type="body" idx="3"/>
          </p:nvPr>
        </p:nvSpPr>
        <p:spPr>
          <a:xfrm>
            <a:off x="275388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3" name="Google Shape;273;p97"/>
          <p:cNvSpPr txBox="1">
            <a:spLocks noGrp="1"/>
          </p:cNvSpPr>
          <p:nvPr>
            <p:ph type="body" idx="4"/>
          </p:nvPr>
        </p:nvSpPr>
        <p:spPr>
          <a:xfrm>
            <a:off x="354180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4" name="Google Shape;274;p97"/>
          <p:cNvSpPr txBox="1">
            <a:spLocks noGrp="1"/>
          </p:cNvSpPr>
          <p:nvPr>
            <p:ph type="body" idx="5"/>
          </p:nvPr>
        </p:nvSpPr>
        <p:spPr>
          <a:xfrm>
            <a:off x="432972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5" name="Google Shape;275;p97"/>
          <p:cNvSpPr txBox="1">
            <a:spLocks noGrp="1"/>
          </p:cNvSpPr>
          <p:nvPr>
            <p:ph type="body" idx="6"/>
          </p:nvPr>
        </p:nvSpPr>
        <p:spPr>
          <a:xfrm>
            <a:off x="914400" y="4224228"/>
            <a:ext cx="731520" cy="457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400"/>
              <a:buNone/>
              <a:defRPr sz="1400" b="1">
                <a:solidFill>
                  <a:srgbClr val="595959"/>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6" name="Google Shape;276;p97"/>
          <p:cNvSpPr txBox="1">
            <a:spLocks noGrp="1"/>
          </p:cNvSpPr>
          <p:nvPr>
            <p:ph type="body" idx="7"/>
          </p:nvPr>
        </p:nvSpPr>
        <p:spPr>
          <a:xfrm>
            <a:off x="511764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7" name="Google Shape;277;p97"/>
          <p:cNvSpPr txBox="1">
            <a:spLocks noGrp="1"/>
          </p:cNvSpPr>
          <p:nvPr>
            <p:ph type="body" idx="8"/>
          </p:nvPr>
        </p:nvSpPr>
        <p:spPr>
          <a:xfrm>
            <a:off x="590556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8" name="Google Shape;278;p97"/>
          <p:cNvSpPr txBox="1">
            <a:spLocks noGrp="1"/>
          </p:cNvSpPr>
          <p:nvPr>
            <p:ph type="body" idx="9"/>
          </p:nvPr>
        </p:nvSpPr>
        <p:spPr>
          <a:xfrm>
            <a:off x="669348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9" name="Google Shape;279;p97"/>
          <p:cNvSpPr txBox="1">
            <a:spLocks noGrp="1"/>
          </p:cNvSpPr>
          <p:nvPr>
            <p:ph type="body" idx="13"/>
          </p:nvPr>
        </p:nvSpPr>
        <p:spPr>
          <a:xfrm>
            <a:off x="905724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0" name="Google Shape;280;p97"/>
          <p:cNvSpPr txBox="1">
            <a:spLocks noGrp="1"/>
          </p:cNvSpPr>
          <p:nvPr>
            <p:ph type="body" idx="14"/>
          </p:nvPr>
        </p:nvSpPr>
        <p:spPr>
          <a:xfrm>
            <a:off x="748140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97"/>
          <p:cNvSpPr txBox="1">
            <a:spLocks noGrp="1"/>
          </p:cNvSpPr>
          <p:nvPr>
            <p:ph type="body" idx="15"/>
          </p:nvPr>
        </p:nvSpPr>
        <p:spPr>
          <a:xfrm>
            <a:off x="826932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2" name="Google Shape;282;p97"/>
          <p:cNvSpPr txBox="1">
            <a:spLocks noGrp="1"/>
          </p:cNvSpPr>
          <p:nvPr>
            <p:ph type="body" idx="16"/>
          </p:nvPr>
        </p:nvSpPr>
        <p:spPr>
          <a:xfrm>
            <a:off x="9845160"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3" name="Google Shape;283;p97"/>
          <p:cNvSpPr txBox="1">
            <a:spLocks noGrp="1"/>
          </p:cNvSpPr>
          <p:nvPr>
            <p:ph type="body" idx="17"/>
          </p:nvPr>
        </p:nvSpPr>
        <p:spPr>
          <a:xfrm>
            <a:off x="10633085" y="3570392"/>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4" name="Google Shape;284;p97"/>
          <p:cNvSpPr txBox="1">
            <a:spLocks noGrp="1"/>
          </p:cNvSpPr>
          <p:nvPr>
            <p:ph type="body" idx="18"/>
          </p:nvPr>
        </p:nvSpPr>
        <p:spPr>
          <a:xfrm>
            <a:off x="1969915"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5" name="Google Shape;285;p97"/>
          <p:cNvSpPr txBox="1">
            <a:spLocks noGrp="1"/>
          </p:cNvSpPr>
          <p:nvPr>
            <p:ph type="body" idx="19"/>
          </p:nvPr>
        </p:nvSpPr>
        <p:spPr>
          <a:xfrm>
            <a:off x="2757602"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6" name="Google Shape;286;p97"/>
          <p:cNvSpPr txBox="1">
            <a:spLocks noGrp="1"/>
          </p:cNvSpPr>
          <p:nvPr>
            <p:ph type="body" idx="20"/>
          </p:nvPr>
        </p:nvSpPr>
        <p:spPr>
          <a:xfrm>
            <a:off x="3545289"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7" name="Google Shape;287;p97"/>
          <p:cNvSpPr txBox="1">
            <a:spLocks noGrp="1"/>
          </p:cNvSpPr>
          <p:nvPr>
            <p:ph type="body" idx="21"/>
          </p:nvPr>
        </p:nvSpPr>
        <p:spPr>
          <a:xfrm>
            <a:off x="4332976"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8" name="Google Shape;288;p97"/>
          <p:cNvSpPr txBox="1">
            <a:spLocks noGrp="1"/>
          </p:cNvSpPr>
          <p:nvPr>
            <p:ph type="body" idx="22"/>
          </p:nvPr>
        </p:nvSpPr>
        <p:spPr>
          <a:xfrm>
            <a:off x="5120663"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9" name="Google Shape;289;p97"/>
          <p:cNvSpPr txBox="1">
            <a:spLocks noGrp="1"/>
          </p:cNvSpPr>
          <p:nvPr>
            <p:ph type="body" idx="23"/>
          </p:nvPr>
        </p:nvSpPr>
        <p:spPr>
          <a:xfrm>
            <a:off x="5908350"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0" name="Google Shape;290;p97"/>
          <p:cNvSpPr txBox="1">
            <a:spLocks noGrp="1"/>
          </p:cNvSpPr>
          <p:nvPr>
            <p:ph type="body" idx="24"/>
          </p:nvPr>
        </p:nvSpPr>
        <p:spPr>
          <a:xfrm>
            <a:off x="6696037"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1" name="Google Shape;291;p97"/>
          <p:cNvSpPr txBox="1">
            <a:spLocks noGrp="1"/>
          </p:cNvSpPr>
          <p:nvPr>
            <p:ph type="body" idx="25"/>
          </p:nvPr>
        </p:nvSpPr>
        <p:spPr>
          <a:xfrm>
            <a:off x="9059098"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2" name="Google Shape;292;p97"/>
          <p:cNvSpPr txBox="1">
            <a:spLocks noGrp="1"/>
          </p:cNvSpPr>
          <p:nvPr>
            <p:ph type="body" idx="26"/>
          </p:nvPr>
        </p:nvSpPr>
        <p:spPr>
          <a:xfrm>
            <a:off x="7483724"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3" name="Google Shape;293;p97"/>
          <p:cNvSpPr txBox="1">
            <a:spLocks noGrp="1"/>
          </p:cNvSpPr>
          <p:nvPr>
            <p:ph type="body" idx="27"/>
          </p:nvPr>
        </p:nvSpPr>
        <p:spPr>
          <a:xfrm>
            <a:off x="8271411"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4" name="Google Shape;294;p97"/>
          <p:cNvSpPr txBox="1">
            <a:spLocks noGrp="1"/>
          </p:cNvSpPr>
          <p:nvPr>
            <p:ph type="body" idx="28"/>
          </p:nvPr>
        </p:nvSpPr>
        <p:spPr>
          <a:xfrm>
            <a:off x="9846785"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5" name="Google Shape;295;p97"/>
          <p:cNvSpPr txBox="1">
            <a:spLocks noGrp="1"/>
          </p:cNvSpPr>
          <p:nvPr>
            <p:ph type="body" idx="29"/>
          </p:nvPr>
        </p:nvSpPr>
        <p:spPr>
          <a:xfrm>
            <a:off x="10634472" y="4357456"/>
            <a:ext cx="640080" cy="201776"/>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6" name="Google Shape;296;p97"/>
          <p:cNvSpPr txBox="1">
            <a:spLocks noGrp="1"/>
          </p:cNvSpPr>
          <p:nvPr>
            <p:ph type="body" idx="30"/>
          </p:nvPr>
        </p:nvSpPr>
        <p:spPr>
          <a:xfrm>
            <a:off x="5360987" y="2055840"/>
            <a:ext cx="1828800" cy="696885"/>
          </a:xfrm>
          <a:prstGeom prst="rect">
            <a:avLst/>
          </a:prstGeom>
          <a:noFill/>
          <a:ln w="12700" cap="flat" cmpd="sng">
            <a:solidFill>
              <a:schemeClr val="accent3"/>
            </a:solidFill>
            <a:prstDash val="solid"/>
            <a:round/>
            <a:headEnd type="none" w="sm" len="sm"/>
            <a:tailEnd type="none" w="sm" len="sm"/>
          </a:ln>
        </p:spPr>
        <p:txBody>
          <a:bodyPr spcFirstLastPara="1" wrap="square" lIns="91425" tIns="36000" rIns="91425" bIns="45700" anchor="ctr" anchorCtr="1">
            <a:normAutofit/>
          </a:bodyPr>
          <a:lstStyle>
            <a:lvl1pPr marL="457200" lvl="0" indent="-228600" algn="ctr">
              <a:lnSpc>
                <a:spcPct val="100000"/>
              </a:lnSpc>
              <a:spcBef>
                <a:spcPts val="1000"/>
              </a:spcBef>
              <a:spcAft>
                <a:spcPts val="0"/>
              </a:spcAft>
              <a:buClr>
                <a:srgbClr val="3F3F3F"/>
              </a:buClr>
              <a:buSzPts val="1200"/>
              <a:buNone/>
              <a:defRPr sz="1200">
                <a:solidFill>
                  <a:srgbClr val="3F3F3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7" name="Google Shape;297;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97"/>
          <p:cNvSpPr/>
          <p:nvPr/>
        </p:nvSpPr>
        <p:spPr>
          <a:xfrm>
            <a:off x="929640" y="3943857"/>
            <a:ext cx="10332720" cy="228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306840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eam 4up">
  <p:cSld name="1_Team 4up">
    <p:spTree>
      <p:nvGrpSpPr>
        <p:cNvPr id="1" name="Shape 320"/>
        <p:cNvGrpSpPr/>
        <p:nvPr/>
      </p:nvGrpSpPr>
      <p:grpSpPr>
        <a:xfrm>
          <a:off x="0" y="0"/>
          <a:ext cx="0" cy="0"/>
          <a:chOff x="0" y="0"/>
          <a:chExt cx="0" cy="0"/>
        </a:xfrm>
      </p:grpSpPr>
      <p:sp>
        <p:nvSpPr>
          <p:cNvPr id="321" name="Google Shape;321;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3" name="Google Shape;323;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4" name="Google Shape;324;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5" name="Google Shape;325;p99"/>
          <p:cNvSpPr>
            <a:spLocks noGrp="1"/>
          </p:cNvSpPr>
          <p:nvPr>
            <p:ph type="pic" idx="2"/>
          </p:nvPr>
        </p:nvSpPr>
        <p:spPr>
          <a:xfrm>
            <a:off x="841248" y="1977873"/>
            <a:ext cx="2103120" cy="2913793"/>
          </a:xfrm>
          <a:prstGeom prst="rect">
            <a:avLst/>
          </a:prstGeom>
          <a:solidFill>
            <a:srgbClr val="C4FFFF"/>
          </a:solidFill>
          <a:ln>
            <a:noFill/>
          </a:ln>
        </p:spPr>
      </p:sp>
      <p:sp>
        <p:nvSpPr>
          <p:cNvPr id="326" name="Google Shape;326;p99"/>
          <p:cNvSpPr txBox="1">
            <a:spLocks noGrp="1"/>
          </p:cNvSpPr>
          <p:nvPr>
            <p:ph type="body" idx="1"/>
          </p:nvPr>
        </p:nvSpPr>
        <p:spPr>
          <a:xfrm>
            <a:off x="838200" y="5187797"/>
            <a:ext cx="2103120" cy="27432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7" name="Google Shape;327;p99"/>
          <p:cNvSpPr txBox="1">
            <a:spLocks noGrp="1"/>
          </p:cNvSpPr>
          <p:nvPr>
            <p:ph type="body" idx="3"/>
          </p:nvPr>
        </p:nvSpPr>
        <p:spPr>
          <a:xfrm>
            <a:off x="838200" y="5481167"/>
            <a:ext cx="210312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8" name="Google Shape;328;p99"/>
          <p:cNvSpPr>
            <a:spLocks noGrp="1"/>
          </p:cNvSpPr>
          <p:nvPr>
            <p:ph type="pic" idx="4"/>
          </p:nvPr>
        </p:nvSpPr>
        <p:spPr>
          <a:xfrm>
            <a:off x="4967171" y="1977873"/>
            <a:ext cx="2103120" cy="3017520"/>
          </a:xfrm>
          <a:prstGeom prst="rect">
            <a:avLst/>
          </a:prstGeom>
          <a:solidFill>
            <a:srgbClr val="C4FFFF"/>
          </a:solidFill>
          <a:ln>
            <a:noFill/>
          </a:ln>
        </p:spPr>
      </p:sp>
      <p:sp>
        <p:nvSpPr>
          <p:cNvPr id="329" name="Google Shape;329;p99"/>
          <p:cNvSpPr txBox="1">
            <a:spLocks noGrp="1"/>
          </p:cNvSpPr>
          <p:nvPr>
            <p:ph type="body" idx="5"/>
          </p:nvPr>
        </p:nvSpPr>
        <p:spPr>
          <a:xfrm>
            <a:off x="4966155" y="5187798"/>
            <a:ext cx="2103120" cy="27432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0" name="Google Shape;330;p99"/>
          <p:cNvSpPr txBox="1">
            <a:spLocks noGrp="1"/>
          </p:cNvSpPr>
          <p:nvPr>
            <p:ph type="body" idx="6"/>
          </p:nvPr>
        </p:nvSpPr>
        <p:spPr>
          <a:xfrm>
            <a:off x="4966155" y="5481168"/>
            <a:ext cx="210312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1" name="Google Shape;331;p99"/>
          <p:cNvSpPr>
            <a:spLocks noGrp="1"/>
          </p:cNvSpPr>
          <p:nvPr>
            <p:ph type="pic" idx="7"/>
          </p:nvPr>
        </p:nvSpPr>
        <p:spPr>
          <a:xfrm>
            <a:off x="9250680" y="1977873"/>
            <a:ext cx="2103120" cy="3017520"/>
          </a:xfrm>
          <a:prstGeom prst="rect">
            <a:avLst/>
          </a:prstGeom>
          <a:solidFill>
            <a:srgbClr val="C4FFFF"/>
          </a:solidFill>
          <a:ln>
            <a:noFill/>
          </a:ln>
        </p:spPr>
      </p:sp>
      <p:sp>
        <p:nvSpPr>
          <p:cNvPr id="332" name="Google Shape;332;p99"/>
          <p:cNvSpPr txBox="1">
            <a:spLocks noGrp="1"/>
          </p:cNvSpPr>
          <p:nvPr>
            <p:ph type="body" idx="8"/>
          </p:nvPr>
        </p:nvSpPr>
        <p:spPr>
          <a:xfrm>
            <a:off x="9248648" y="5187798"/>
            <a:ext cx="2103120" cy="27432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3" name="Google Shape;333;p99"/>
          <p:cNvSpPr txBox="1">
            <a:spLocks noGrp="1"/>
          </p:cNvSpPr>
          <p:nvPr>
            <p:ph type="body" idx="9"/>
          </p:nvPr>
        </p:nvSpPr>
        <p:spPr>
          <a:xfrm>
            <a:off x="9248648" y="5481168"/>
            <a:ext cx="2103120" cy="3657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4" name="Google Shape;334;p99"/>
          <p:cNvSpPr/>
          <p:nvPr/>
        </p:nvSpPr>
        <p:spPr>
          <a:xfrm>
            <a:off x="841248" y="4891665"/>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5" name="Google Shape;335;p99"/>
          <p:cNvSpPr/>
          <p:nvPr/>
        </p:nvSpPr>
        <p:spPr>
          <a:xfrm>
            <a:off x="4966155" y="4888498"/>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6" name="Google Shape;336;p99"/>
          <p:cNvSpPr/>
          <p:nvPr/>
        </p:nvSpPr>
        <p:spPr>
          <a:xfrm>
            <a:off x="9248285" y="4888498"/>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9392547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eam 8up">
  <p:cSld name="Team 8up">
    <p:spTree>
      <p:nvGrpSpPr>
        <p:cNvPr id="1" name="Shape 337"/>
        <p:cNvGrpSpPr/>
        <p:nvPr/>
      </p:nvGrpSpPr>
      <p:grpSpPr>
        <a:xfrm>
          <a:off x="0" y="0"/>
          <a:ext cx="0" cy="0"/>
          <a:chOff x="0" y="0"/>
          <a:chExt cx="0" cy="0"/>
        </a:xfrm>
      </p:grpSpPr>
      <p:sp>
        <p:nvSpPr>
          <p:cNvPr id="338" name="Google Shape;338;p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9" name="Google Shape;339;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0" name="Google Shape;340;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1" name="Google Shape;341;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42" name="Google Shape;342;p100"/>
          <p:cNvSpPr>
            <a:spLocks noGrp="1"/>
          </p:cNvSpPr>
          <p:nvPr>
            <p:ph type="pic" idx="2"/>
          </p:nvPr>
        </p:nvSpPr>
        <p:spPr>
          <a:xfrm>
            <a:off x="914400" y="2047875"/>
            <a:ext cx="2103120" cy="1371600"/>
          </a:xfrm>
          <a:prstGeom prst="rect">
            <a:avLst/>
          </a:prstGeom>
          <a:solidFill>
            <a:srgbClr val="C4FFFF"/>
          </a:solidFill>
          <a:ln>
            <a:noFill/>
          </a:ln>
        </p:spPr>
      </p:sp>
      <p:sp>
        <p:nvSpPr>
          <p:cNvPr id="343" name="Google Shape;343;p100"/>
          <p:cNvSpPr txBox="1">
            <a:spLocks noGrp="1"/>
          </p:cNvSpPr>
          <p:nvPr>
            <p:ph type="body" idx="1"/>
          </p:nvPr>
        </p:nvSpPr>
        <p:spPr>
          <a:xfrm>
            <a:off x="911352" y="3524652"/>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4" name="Google Shape;344;p100"/>
          <p:cNvSpPr txBox="1">
            <a:spLocks noGrp="1"/>
          </p:cNvSpPr>
          <p:nvPr>
            <p:ph type="body" idx="3"/>
          </p:nvPr>
        </p:nvSpPr>
        <p:spPr>
          <a:xfrm>
            <a:off x="911352" y="3774234"/>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5" name="Google Shape;345;p100"/>
          <p:cNvSpPr>
            <a:spLocks noGrp="1"/>
          </p:cNvSpPr>
          <p:nvPr>
            <p:ph type="pic" idx="4"/>
          </p:nvPr>
        </p:nvSpPr>
        <p:spPr>
          <a:xfrm>
            <a:off x="3667760" y="2047875"/>
            <a:ext cx="2103120" cy="1371600"/>
          </a:xfrm>
          <a:prstGeom prst="rect">
            <a:avLst/>
          </a:prstGeom>
          <a:solidFill>
            <a:srgbClr val="C4FFFF"/>
          </a:solidFill>
          <a:ln>
            <a:noFill/>
          </a:ln>
        </p:spPr>
      </p:sp>
      <p:sp>
        <p:nvSpPr>
          <p:cNvPr id="346" name="Google Shape;346;p100"/>
          <p:cNvSpPr txBox="1">
            <a:spLocks noGrp="1"/>
          </p:cNvSpPr>
          <p:nvPr>
            <p:ph type="body" idx="5"/>
          </p:nvPr>
        </p:nvSpPr>
        <p:spPr>
          <a:xfrm>
            <a:off x="3666744" y="3524652"/>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7" name="Google Shape;347;p100"/>
          <p:cNvSpPr txBox="1">
            <a:spLocks noGrp="1"/>
          </p:cNvSpPr>
          <p:nvPr>
            <p:ph type="body" idx="6"/>
          </p:nvPr>
        </p:nvSpPr>
        <p:spPr>
          <a:xfrm>
            <a:off x="3666744" y="3774234"/>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8" name="Google Shape;348;p100"/>
          <p:cNvSpPr>
            <a:spLocks noGrp="1"/>
          </p:cNvSpPr>
          <p:nvPr>
            <p:ph type="pic" idx="7"/>
          </p:nvPr>
        </p:nvSpPr>
        <p:spPr>
          <a:xfrm>
            <a:off x="6421120" y="2047875"/>
            <a:ext cx="2103120" cy="1371600"/>
          </a:xfrm>
          <a:prstGeom prst="rect">
            <a:avLst/>
          </a:prstGeom>
          <a:solidFill>
            <a:srgbClr val="C4FFFF"/>
          </a:solidFill>
          <a:ln>
            <a:noFill/>
          </a:ln>
        </p:spPr>
      </p:sp>
      <p:sp>
        <p:nvSpPr>
          <p:cNvPr id="349" name="Google Shape;349;p100"/>
          <p:cNvSpPr txBox="1">
            <a:spLocks noGrp="1"/>
          </p:cNvSpPr>
          <p:nvPr>
            <p:ph type="body" idx="8"/>
          </p:nvPr>
        </p:nvSpPr>
        <p:spPr>
          <a:xfrm>
            <a:off x="6419088" y="3524652"/>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0" name="Google Shape;350;p100"/>
          <p:cNvSpPr txBox="1">
            <a:spLocks noGrp="1"/>
          </p:cNvSpPr>
          <p:nvPr>
            <p:ph type="body" idx="9"/>
          </p:nvPr>
        </p:nvSpPr>
        <p:spPr>
          <a:xfrm>
            <a:off x="6419088" y="3774234"/>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1" name="Google Shape;351;p100"/>
          <p:cNvSpPr>
            <a:spLocks noGrp="1"/>
          </p:cNvSpPr>
          <p:nvPr>
            <p:ph type="pic" idx="13"/>
          </p:nvPr>
        </p:nvSpPr>
        <p:spPr>
          <a:xfrm>
            <a:off x="9174480" y="2047875"/>
            <a:ext cx="2103120" cy="1371600"/>
          </a:xfrm>
          <a:prstGeom prst="rect">
            <a:avLst/>
          </a:prstGeom>
          <a:solidFill>
            <a:srgbClr val="C4FFFF"/>
          </a:solidFill>
          <a:ln>
            <a:noFill/>
          </a:ln>
        </p:spPr>
      </p:sp>
      <p:sp>
        <p:nvSpPr>
          <p:cNvPr id="352" name="Google Shape;352;p100"/>
          <p:cNvSpPr txBox="1">
            <a:spLocks noGrp="1"/>
          </p:cNvSpPr>
          <p:nvPr>
            <p:ph type="body" idx="14"/>
          </p:nvPr>
        </p:nvSpPr>
        <p:spPr>
          <a:xfrm>
            <a:off x="9171432" y="3524652"/>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3" name="Google Shape;353;p100"/>
          <p:cNvSpPr txBox="1">
            <a:spLocks noGrp="1"/>
          </p:cNvSpPr>
          <p:nvPr>
            <p:ph type="body" idx="15"/>
          </p:nvPr>
        </p:nvSpPr>
        <p:spPr>
          <a:xfrm>
            <a:off x="9171432" y="3774234"/>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4" name="Google Shape;354;p100"/>
          <p:cNvSpPr>
            <a:spLocks noGrp="1"/>
          </p:cNvSpPr>
          <p:nvPr>
            <p:ph type="pic" idx="16"/>
          </p:nvPr>
        </p:nvSpPr>
        <p:spPr>
          <a:xfrm>
            <a:off x="917448" y="4261336"/>
            <a:ext cx="2103120" cy="1371600"/>
          </a:xfrm>
          <a:prstGeom prst="rect">
            <a:avLst/>
          </a:prstGeom>
          <a:solidFill>
            <a:srgbClr val="C4FFFF"/>
          </a:solidFill>
          <a:ln>
            <a:noFill/>
          </a:ln>
        </p:spPr>
      </p:sp>
      <p:sp>
        <p:nvSpPr>
          <p:cNvPr id="355" name="Google Shape;355;p100"/>
          <p:cNvSpPr txBox="1">
            <a:spLocks noGrp="1"/>
          </p:cNvSpPr>
          <p:nvPr>
            <p:ph type="body" idx="17"/>
          </p:nvPr>
        </p:nvSpPr>
        <p:spPr>
          <a:xfrm>
            <a:off x="914400" y="573811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6" name="Google Shape;356;p100"/>
          <p:cNvSpPr txBox="1">
            <a:spLocks noGrp="1"/>
          </p:cNvSpPr>
          <p:nvPr>
            <p:ph type="body" idx="18"/>
          </p:nvPr>
        </p:nvSpPr>
        <p:spPr>
          <a:xfrm>
            <a:off x="914400" y="600134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7" name="Google Shape;357;p100"/>
          <p:cNvSpPr>
            <a:spLocks noGrp="1"/>
          </p:cNvSpPr>
          <p:nvPr>
            <p:ph type="pic" idx="19"/>
          </p:nvPr>
        </p:nvSpPr>
        <p:spPr>
          <a:xfrm>
            <a:off x="3670808" y="4261336"/>
            <a:ext cx="2103120" cy="1371600"/>
          </a:xfrm>
          <a:prstGeom prst="rect">
            <a:avLst/>
          </a:prstGeom>
          <a:solidFill>
            <a:srgbClr val="C4FFFF"/>
          </a:solidFill>
          <a:ln>
            <a:noFill/>
          </a:ln>
        </p:spPr>
      </p:sp>
      <p:sp>
        <p:nvSpPr>
          <p:cNvPr id="358" name="Google Shape;358;p100"/>
          <p:cNvSpPr txBox="1">
            <a:spLocks noGrp="1"/>
          </p:cNvSpPr>
          <p:nvPr>
            <p:ph type="body" idx="20"/>
          </p:nvPr>
        </p:nvSpPr>
        <p:spPr>
          <a:xfrm>
            <a:off x="3669792" y="573811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9" name="Google Shape;359;p100"/>
          <p:cNvSpPr txBox="1">
            <a:spLocks noGrp="1"/>
          </p:cNvSpPr>
          <p:nvPr>
            <p:ph type="body" idx="21"/>
          </p:nvPr>
        </p:nvSpPr>
        <p:spPr>
          <a:xfrm>
            <a:off x="3669792" y="600134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100"/>
          <p:cNvSpPr>
            <a:spLocks noGrp="1"/>
          </p:cNvSpPr>
          <p:nvPr>
            <p:ph type="pic" idx="22"/>
          </p:nvPr>
        </p:nvSpPr>
        <p:spPr>
          <a:xfrm>
            <a:off x="6424168" y="4261336"/>
            <a:ext cx="2103120" cy="1371600"/>
          </a:xfrm>
          <a:prstGeom prst="rect">
            <a:avLst/>
          </a:prstGeom>
          <a:solidFill>
            <a:srgbClr val="C4FFFF"/>
          </a:solidFill>
          <a:ln>
            <a:noFill/>
          </a:ln>
        </p:spPr>
      </p:sp>
      <p:sp>
        <p:nvSpPr>
          <p:cNvPr id="361" name="Google Shape;361;p100"/>
          <p:cNvSpPr txBox="1">
            <a:spLocks noGrp="1"/>
          </p:cNvSpPr>
          <p:nvPr>
            <p:ph type="body" idx="23"/>
          </p:nvPr>
        </p:nvSpPr>
        <p:spPr>
          <a:xfrm>
            <a:off x="6422136" y="573811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2" name="Google Shape;362;p100"/>
          <p:cNvSpPr txBox="1">
            <a:spLocks noGrp="1"/>
          </p:cNvSpPr>
          <p:nvPr>
            <p:ph type="body" idx="24"/>
          </p:nvPr>
        </p:nvSpPr>
        <p:spPr>
          <a:xfrm>
            <a:off x="6422136" y="600134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3" name="Google Shape;363;p100"/>
          <p:cNvSpPr>
            <a:spLocks noGrp="1"/>
          </p:cNvSpPr>
          <p:nvPr>
            <p:ph type="pic" idx="25"/>
          </p:nvPr>
        </p:nvSpPr>
        <p:spPr>
          <a:xfrm>
            <a:off x="9177528" y="4261336"/>
            <a:ext cx="2103120" cy="1371600"/>
          </a:xfrm>
          <a:prstGeom prst="rect">
            <a:avLst/>
          </a:prstGeom>
          <a:solidFill>
            <a:srgbClr val="C4FFFF"/>
          </a:solidFill>
          <a:ln>
            <a:noFill/>
          </a:ln>
        </p:spPr>
      </p:sp>
      <p:sp>
        <p:nvSpPr>
          <p:cNvPr id="364" name="Google Shape;364;p100"/>
          <p:cNvSpPr txBox="1">
            <a:spLocks noGrp="1"/>
          </p:cNvSpPr>
          <p:nvPr>
            <p:ph type="body" idx="26"/>
          </p:nvPr>
        </p:nvSpPr>
        <p:spPr>
          <a:xfrm>
            <a:off x="9174480" y="573811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5" name="Google Shape;365;p100"/>
          <p:cNvSpPr txBox="1">
            <a:spLocks noGrp="1"/>
          </p:cNvSpPr>
          <p:nvPr>
            <p:ph type="body" idx="27"/>
          </p:nvPr>
        </p:nvSpPr>
        <p:spPr>
          <a:xfrm>
            <a:off x="9174480" y="6001343"/>
            <a:ext cx="2103120" cy="2286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rgbClr val="7F7F7F"/>
              </a:buClr>
              <a:buSzPts val="1200"/>
              <a:buNone/>
              <a:defRPr sz="1200">
                <a:solidFill>
                  <a:srgbClr val="7F7F7F"/>
                </a:solidFill>
              </a:defRPr>
            </a:lvl2pPr>
            <a:lvl3pPr marL="1371600" lvl="2" indent="-228600" algn="l">
              <a:lnSpc>
                <a:spcPct val="90000"/>
              </a:lnSpc>
              <a:spcBef>
                <a:spcPts val="500"/>
              </a:spcBef>
              <a:spcAft>
                <a:spcPts val="0"/>
              </a:spcAft>
              <a:buClr>
                <a:srgbClr val="7F7F7F"/>
              </a:buClr>
              <a:buSzPts val="1200"/>
              <a:buNone/>
              <a:defRPr sz="1200">
                <a:solidFill>
                  <a:srgbClr val="7F7F7F"/>
                </a:solidFill>
              </a:defRPr>
            </a:lvl3pPr>
            <a:lvl4pPr marL="1828800" lvl="3" indent="-228600" algn="l">
              <a:lnSpc>
                <a:spcPct val="90000"/>
              </a:lnSpc>
              <a:spcBef>
                <a:spcPts val="500"/>
              </a:spcBef>
              <a:spcAft>
                <a:spcPts val="0"/>
              </a:spcAft>
              <a:buClr>
                <a:srgbClr val="7F7F7F"/>
              </a:buClr>
              <a:buSzPts val="1200"/>
              <a:buNone/>
              <a:defRPr sz="1200">
                <a:solidFill>
                  <a:srgbClr val="7F7F7F"/>
                </a:solidFill>
              </a:defRPr>
            </a:lvl4pPr>
            <a:lvl5pPr marL="2286000" lvl="4" indent="-228600" algn="l">
              <a:lnSpc>
                <a:spcPct val="90000"/>
              </a:lnSpc>
              <a:spcBef>
                <a:spcPts val="500"/>
              </a:spcBef>
              <a:spcAft>
                <a:spcPts val="0"/>
              </a:spcAft>
              <a:buClr>
                <a:srgbClr val="7F7F7F"/>
              </a:buClr>
              <a:buSzPts val="1200"/>
              <a:buNone/>
              <a:defRPr sz="12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6" name="Google Shape;366;p100"/>
          <p:cNvSpPr/>
          <p:nvPr/>
        </p:nvSpPr>
        <p:spPr>
          <a:xfrm>
            <a:off x="914542" y="3312119"/>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7" name="Google Shape;367;p100"/>
          <p:cNvSpPr/>
          <p:nvPr/>
        </p:nvSpPr>
        <p:spPr>
          <a:xfrm>
            <a:off x="3667323" y="3314088"/>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8" name="Google Shape;368;p100"/>
          <p:cNvSpPr/>
          <p:nvPr/>
        </p:nvSpPr>
        <p:spPr>
          <a:xfrm>
            <a:off x="6418867" y="3314088"/>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9" name="Google Shape;369;p100"/>
          <p:cNvSpPr/>
          <p:nvPr/>
        </p:nvSpPr>
        <p:spPr>
          <a:xfrm>
            <a:off x="9173027" y="3314088"/>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0" name="Google Shape;370;p100"/>
          <p:cNvSpPr/>
          <p:nvPr/>
        </p:nvSpPr>
        <p:spPr>
          <a:xfrm>
            <a:off x="918072" y="5537362"/>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1" name="Google Shape;371;p100"/>
          <p:cNvSpPr/>
          <p:nvPr/>
        </p:nvSpPr>
        <p:spPr>
          <a:xfrm>
            <a:off x="3670416" y="5539331"/>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2" name="Google Shape;372;p100"/>
          <p:cNvSpPr/>
          <p:nvPr/>
        </p:nvSpPr>
        <p:spPr>
          <a:xfrm>
            <a:off x="6419065" y="5539331"/>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3" name="Google Shape;373;p100"/>
          <p:cNvSpPr/>
          <p:nvPr/>
        </p:nvSpPr>
        <p:spPr>
          <a:xfrm>
            <a:off x="9171432" y="5539331"/>
            <a:ext cx="2103120" cy="10972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232605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Funding">
  <p:cSld name="Funding">
    <p:spTree>
      <p:nvGrpSpPr>
        <p:cNvPr id="1" name="Shape 374"/>
        <p:cNvGrpSpPr/>
        <p:nvPr/>
      </p:nvGrpSpPr>
      <p:grpSpPr>
        <a:xfrm>
          <a:off x="0" y="0"/>
          <a:ext cx="0" cy="0"/>
          <a:chOff x="0" y="0"/>
          <a:chExt cx="0" cy="0"/>
        </a:xfrm>
      </p:grpSpPr>
      <p:sp>
        <p:nvSpPr>
          <p:cNvPr id="375" name="Google Shape;375;p101"/>
          <p:cNvSpPr txBox="1">
            <a:spLocks noGrp="1"/>
          </p:cNvSpPr>
          <p:nvPr>
            <p:ph type="title"/>
          </p:nvPr>
        </p:nvSpPr>
        <p:spPr>
          <a:xfrm>
            <a:off x="841247"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7" name="Google Shape;377;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8" name="Google Shape;378;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79" name="Google Shape;379;p101"/>
          <p:cNvSpPr txBox="1">
            <a:spLocks noGrp="1"/>
          </p:cNvSpPr>
          <p:nvPr>
            <p:ph type="body" idx="1"/>
          </p:nvPr>
        </p:nvSpPr>
        <p:spPr>
          <a:xfrm>
            <a:off x="914400" y="4333934"/>
            <a:ext cx="2286000" cy="54864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accent1"/>
              </a:buClr>
              <a:buSzPts val="1800"/>
              <a:buNone/>
              <a:defRPr sz="180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0" name="Google Shape;380;p101"/>
          <p:cNvSpPr txBox="1">
            <a:spLocks noGrp="1"/>
          </p:cNvSpPr>
          <p:nvPr>
            <p:ph type="body" idx="2"/>
          </p:nvPr>
        </p:nvSpPr>
        <p:spPr>
          <a:xfrm>
            <a:off x="914400" y="5235467"/>
            <a:ext cx="2286000" cy="731520"/>
          </a:xfrm>
          <a:prstGeom prst="rect">
            <a:avLst/>
          </a:prstGeom>
          <a:noFill/>
          <a:ln>
            <a:noFill/>
          </a:ln>
        </p:spPr>
        <p:txBody>
          <a:bodyPr spcFirstLastPara="1" wrap="square" lIns="91425" tIns="45700" rIns="91425" bIns="45700" anchor="t" anchorCtr="0">
            <a:noAutofit/>
          </a:bodyPr>
          <a:lstStyle>
            <a:lvl1pPr marL="457200" lvl="0" indent="-228600" algn="ctr">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1" name="Google Shape;381;p101"/>
          <p:cNvSpPr txBox="1">
            <a:spLocks noGrp="1"/>
          </p:cNvSpPr>
          <p:nvPr>
            <p:ph type="body" idx="3"/>
          </p:nvPr>
        </p:nvSpPr>
        <p:spPr>
          <a:xfrm>
            <a:off x="914400" y="2004810"/>
            <a:ext cx="2286000" cy="217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2" name="Google Shape;382;p101"/>
          <p:cNvSpPr txBox="1">
            <a:spLocks noGrp="1"/>
          </p:cNvSpPr>
          <p:nvPr>
            <p:ph type="body" idx="4"/>
          </p:nvPr>
        </p:nvSpPr>
        <p:spPr>
          <a:xfrm>
            <a:off x="3602736" y="4333934"/>
            <a:ext cx="2286000" cy="54864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accent1"/>
              </a:buClr>
              <a:buSzPts val="1800"/>
              <a:buNone/>
              <a:defRPr sz="180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3" name="Google Shape;383;p101"/>
          <p:cNvSpPr txBox="1">
            <a:spLocks noGrp="1"/>
          </p:cNvSpPr>
          <p:nvPr>
            <p:ph type="body" idx="5"/>
          </p:nvPr>
        </p:nvSpPr>
        <p:spPr>
          <a:xfrm>
            <a:off x="3602736" y="5235467"/>
            <a:ext cx="2286000" cy="731520"/>
          </a:xfrm>
          <a:prstGeom prst="rect">
            <a:avLst/>
          </a:prstGeom>
          <a:noFill/>
          <a:ln>
            <a:noFill/>
          </a:ln>
        </p:spPr>
        <p:txBody>
          <a:bodyPr spcFirstLastPara="1" wrap="square" lIns="91425" tIns="45700" rIns="91425" bIns="45700" anchor="t" anchorCtr="0">
            <a:noAutofit/>
          </a:bodyPr>
          <a:lstStyle>
            <a:lvl1pPr marL="457200" lvl="0" indent="-228600" algn="ctr">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4" name="Google Shape;384;p101"/>
          <p:cNvSpPr txBox="1">
            <a:spLocks noGrp="1"/>
          </p:cNvSpPr>
          <p:nvPr>
            <p:ph type="body" idx="6"/>
          </p:nvPr>
        </p:nvSpPr>
        <p:spPr>
          <a:xfrm>
            <a:off x="3603626" y="2004810"/>
            <a:ext cx="2286000" cy="217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5" name="Google Shape;385;p101"/>
          <p:cNvSpPr txBox="1">
            <a:spLocks noGrp="1"/>
          </p:cNvSpPr>
          <p:nvPr>
            <p:ph type="body" idx="7"/>
          </p:nvPr>
        </p:nvSpPr>
        <p:spPr>
          <a:xfrm>
            <a:off x="8982077" y="4333934"/>
            <a:ext cx="2286000" cy="54864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accent1"/>
              </a:buClr>
              <a:buSzPts val="1800"/>
              <a:buNone/>
              <a:defRPr sz="180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6" name="Google Shape;386;p101"/>
          <p:cNvSpPr txBox="1">
            <a:spLocks noGrp="1"/>
          </p:cNvSpPr>
          <p:nvPr>
            <p:ph type="body" idx="8"/>
          </p:nvPr>
        </p:nvSpPr>
        <p:spPr>
          <a:xfrm>
            <a:off x="8982077" y="5235467"/>
            <a:ext cx="2286000" cy="731520"/>
          </a:xfrm>
          <a:prstGeom prst="rect">
            <a:avLst/>
          </a:prstGeom>
          <a:noFill/>
          <a:ln>
            <a:noFill/>
          </a:ln>
        </p:spPr>
        <p:txBody>
          <a:bodyPr spcFirstLastPara="1" wrap="square" lIns="91425" tIns="45700" rIns="91425" bIns="45700" anchor="t" anchorCtr="0">
            <a:noAutofit/>
          </a:bodyPr>
          <a:lstStyle>
            <a:lvl1pPr marL="457200" lvl="0" indent="-228600" algn="ctr">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7" name="Google Shape;387;p101"/>
          <p:cNvSpPr txBox="1">
            <a:spLocks noGrp="1"/>
          </p:cNvSpPr>
          <p:nvPr>
            <p:ph type="body" idx="9"/>
          </p:nvPr>
        </p:nvSpPr>
        <p:spPr>
          <a:xfrm>
            <a:off x="8982077" y="2004810"/>
            <a:ext cx="2286000" cy="217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8" name="Google Shape;388;p101"/>
          <p:cNvSpPr txBox="1">
            <a:spLocks noGrp="1"/>
          </p:cNvSpPr>
          <p:nvPr>
            <p:ph type="body" idx="13"/>
          </p:nvPr>
        </p:nvSpPr>
        <p:spPr>
          <a:xfrm>
            <a:off x="6291072" y="4333934"/>
            <a:ext cx="2286000" cy="54864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accent1"/>
              </a:buClr>
              <a:buSzPts val="1800"/>
              <a:buNone/>
              <a:defRPr sz="180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9" name="Google Shape;389;p101"/>
          <p:cNvSpPr txBox="1">
            <a:spLocks noGrp="1"/>
          </p:cNvSpPr>
          <p:nvPr>
            <p:ph type="body" idx="14"/>
          </p:nvPr>
        </p:nvSpPr>
        <p:spPr>
          <a:xfrm>
            <a:off x="6291072" y="5235467"/>
            <a:ext cx="2286000" cy="731520"/>
          </a:xfrm>
          <a:prstGeom prst="rect">
            <a:avLst/>
          </a:prstGeom>
          <a:noFill/>
          <a:ln>
            <a:noFill/>
          </a:ln>
        </p:spPr>
        <p:txBody>
          <a:bodyPr spcFirstLastPara="1" wrap="square" lIns="91425" tIns="45700" rIns="91425" bIns="45700" anchor="t" anchorCtr="0">
            <a:noAutofit/>
          </a:bodyPr>
          <a:lstStyle>
            <a:lvl1pPr marL="457200" lvl="0" indent="-228600" algn="ctr">
              <a:lnSpc>
                <a:spcPct val="142857"/>
              </a:lnSpc>
              <a:spcBef>
                <a:spcPts val="0"/>
              </a:spcBef>
              <a:spcAft>
                <a:spcPts val="0"/>
              </a:spcAft>
              <a:buClr>
                <a:schemeClr val="dk1"/>
              </a:buClr>
              <a:buSzPts val="1400"/>
              <a:buNone/>
              <a:defRPr sz="14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0" name="Google Shape;390;p101"/>
          <p:cNvSpPr txBox="1">
            <a:spLocks noGrp="1"/>
          </p:cNvSpPr>
          <p:nvPr>
            <p:ph type="body" idx="15"/>
          </p:nvPr>
        </p:nvSpPr>
        <p:spPr>
          <a:xfrm>
            <a:off x="6292852" y="2004810"/>
            <a:ext cx="2286000" cy="217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1" name="Google Shape;391;p101"/>
          <p:cNvSpPr txBox="1">
            <a:spLocks noGrp="1"/>
          </p:cNvSpPr>
          <p:nvPr>
            <p:ph type="body" idx="16"/>
          </p:nvPr>
        </p:nvSpPr>
        <p:spPr>
          <a:xfrm>
            <a:off x="914400" y="4912335"/>
            <a:ext cx="2286000" cy="274320"/>
          </a:xfrm>
          <a:prstGeom prst="rect">
            <a:avLst/>
          </a:prstGeom>
          <a:noFill/>
          <a:ln>
            <a:noFill/>
          </a:ln>
        </p:spPr>
        <p:txBody>
          <a:bodyPr spcFirstLastPara="1" wrap="square" lIns="91425" tIns="45700" rIns="91425" bIns="45700" anchor="t" anchorCtr="0">
            <a:noAutofit/>
          </a:bodyPr>
          <a:lstStyle>
            <a:lvl1pPr marL="457200" lvl="0" indent="-228600" algn="ctr">
              <a:lnSpc>
                <a:spcPct val="125000"/>
              </a:lnSpc>
              <a:spcBef>
                <a:spcPts val="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2" name="Google Shape;392;p101"/>
          <p:cNvSpPr txBox="1">
            <a:spLocks noGrp="1"/>
          </p:cNvSpPr>
          <p:nvPr>
            <p:ph type="body" idx="17"/>
          </p:nvPr>
        </p:nvSpPr>
        <p:spPr>
          <a:xfrm>
            <a:off x="3602736" y="4912335"/>
            <a:ext cx="2286000" cy="274320"/>
          </a:xfrm>
          <a:prstGeom prst="rect">
            <a:avLst/>
          </a:prstGeom>
          <a:noFill/>
          <a:ln>
            <a:noFill/>
          </a:ln>
        </p:spPr>
        <p:txBody>
          <a:bodyPr spcFirstLastPara="1" wrap="square" lIns="91425" tIns="45700" rIns="91425" bIns="45700" anchor="t" anchorCtr="0">
            <a:noAutofit/>
          </a:bodyPr>
          <a:lstStyle>
            <a:lvl1pPr marL="457200" lvl="0" indent="-228600" algn="ctr">
              <a:lnSpc>
                <a:spcPct val="125000"/>
              </a:lnSpc>
              <a:spcBef>
                <a:spcPts val="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3" name="Google Shape;393;p101"/>
          <p:cNvSpPr txBox="1">
            <a:spLocks noGrp="1"/>
          </p:cNvSpPr>
          <p:nvPr>
            <p:ph type="body" idx="18"/>
          </p:nvPr>
        </p:nvSpPr>
        <p:spPr>
          <a:xfrm>
            <a:off x="8982077" y="4912335"/>
            <a:ext cx="2286000" cy="274320"/>
          </a:xfrm>
          <a:prstGeom prst="rect">
            <a:avLst/>
          </a:prstGeom>
          <a:noFill/>
          <a:ln>
            <a:noFill/>
          </a:ln>
        </p:spPr>
        <p:txBody>
          <a:bodyPr spcFirstLastPara="1" wrap="square" lIns="91425" tIns="45700" rIns="91425" bIns="45700" anchor="t" anchorCtr="0">
            <a:noAutofit/>
          </a:bodyPr>
          <a:lstStyle>
            <a:lvl1pPr marL="457200" lvl="0" indent="-228600" algn="ctr">
              <a:lnSpc>
                <a:spcPct val="125000"/>
              </a:lnSpc>
              <a:spcBef>
                <a:spcPts val="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4" name="Google Shape;394;p101"/>
          <p:cNvSpPr txBox="1">
            <a:spLocks noGrp="1"/>
          </p:cNvSpPr>
          <p:nvPr>
            <p:ph type="body" idx="19"/>
          </p:nvPr>
        </p:nvSpPr>
        <p:spPr>
          <a:xfrm>
            <a:off x="6291072" y="4912335"/>
            <a:ext cx="2286000" cy="274320"/>
          </a:xfrm>
          <a:prstGeom prst="rect">
            <a:avLst/>
          </a:prstGeom>
          <a:noFill/>
          <a:ln>
            <a:noFill/>
          </a:ln>
        </p:spPr>
        <p:txBody>
          <a:bodyPr spcFirstLastPara="1" wrap="square" lIns="91425" tIns="45700" rIns="91425" bIns="45700" anchor="t" anchorCtr="0">
            <a:noAutofit/>
          </a:bodyPr>
          <a:lstStyle>
            <a:lvl1pPr marL="457200" lvl="0" indent="-228600" algn="ctr">
              <a:lnSpc>
                <a:spcPct val="125000"/>
              </a:lnSpc>
              <a:spcBef>
                <a:spcPts val="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600"/>
              <a:buNone/>
              <a:defRPr sz="16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600"/>
              <a:buNone/>
              <a:defRPr sz="1600"/>
            </a:lvl4pPr>
            <a:lvl5pPr marL="2286000" lvl="4" indent="-228600" algn="l">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95224940"/>
      </p:ext>
    </p:extLst>
  </p:cSld>
  <p:clrMapOvr>
    <a:masterClrMapping/>
  </p:clrMapOvr>
  <p:extLst>
    <p:ext uri="{DCECCB84-F9BA-43D5-87BE-67443E8EF086}">
      <p15:sldGuideLst xmlns:p15="http://schemas.microsoft.com/office/powerpoint/2012/main">
        <p15:guide id="1" orient="horz" pos="91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02"/>
        <p:cNvGrpSpPr/>
        <p:nvPr/>
      </p:nvGrpSpPr>
      <p:grpSpPr>
        <a:xfrm>
          <a:off x="0" y="0"/>
          <a:ext cx="0" cy="0"/>
          <a:chOff x="0" y="0"/>
          <a:chExt cx="0" cy="0"/>
        </a:xfrm>
      </p:grpSpPr>
      <p:sp>
        <p:nvSpPr>
          <p:cNvPr id="403" name="Google Shape;403;p10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4" name="Google Shape;404;p103"/>
          <p:cNvSpPr>
            <a:spLocks noGrp="1"/>
          </p:cNvSpPr>
          <p:nvPr>
            <p:ph type="pic" idx="2"/>
          </p:nvPr>
        </p:nvSpPr>
        <p:spPr>
          <a:xfrm>
            <a:off x="5183188" y="987425"/>
            <a:ext cx="6172200" cy="4873625"/>
          </a:xfrm>
          <a:prstGeom prst="rect">
            <a:avLst/>
          </a:prstGeom>
          <a:noFill/>
          <a:ln>
            <a:noFill/>
          </a:ln>
        </p:spPr>
      </p:sp>
      <p:sp>
        <p:nvSpPr>
          <p:cNvPr id="405" name="Google Shape;405;p10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06" name="Google Shape;406;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7" name="Google Shape;407;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8" name="Google Shape;408;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831794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3665B-4134-4FFD-ADC5-B3A28B5F6005}"/>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8D9628E2-73C4-47F4-B562-C0DBA5111F9B}"/>
              </a:ext>
            </a:extLst>
          </p:cNvPr>
          <p:cNvSpPr>
            <a:spLocks noGrp="1"/>
          </p:cNvSpPr>
          <p:nvPr>
            <p:ph type="ftr" sz="quarter" idx="11"/>
          </p:nvPr>
        </p:nvSpPr>
        <p:spPr/>
        <p:txBody>
          <a:bodyPr/>
          <a:lstStyle/>
          <a:p>
            <a:r>
              <a:rPr lang="en-US">
                <a:solidFill>
                  <a:prstClr val="black"/>
                </a:solidFill>
              </a:rPr>
              <a:t>Copyright 2025. XP, LLC.</a:t>
            </a:r>
          </a:p>
        </p:txBody>
      </p:sp>
      <p:sp>
        <p:nvSpPr>
          <p:cNvPr id="6" name="Slide Number Placeholder 5">
            <a:extLst>
              <a:ext uri="{FF2B5EF4-FFF2-40B4-BE49-F238E27FC236}">
                <a16:creationId xmlns:a16="http://schemas.microsoft.com/office/drawing/2014/main" id="{446D5711-781C-0948-9D87-735E809FA21A}"/>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31975129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A958-7BE8-434D-AAC1-692CAF2CC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ABF72A-207D-401F-AE24-0A8FF401D9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225E7C3-3863-4632-9054-ABE6C516923B}"/>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1C77F579-63C0-3F48-A394-6FD3ED651A56}"/>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348895702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theme" Target="../theme/theme3.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2D5600-5AA8-469A-AB58-947745139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D2F6AB-FC7A-4795-A06B-748876BDD3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A5A61F-B6AC-4963-AB7A-E85D540CB2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320B44-7F12-4649-BCE1-5766F80FA97D}" type="datetimeFigureOut">
              <a:rPr lang="en-US" smtClean="0"/>
              <a:t>19-Feb-26</a:t>
            </a:fld>
            <a:endParaRPr lang="en-US"/>
          </a:p>
        </p:txBody>
      </p:sp>
      <p:sp>
        <p:nvSpPr>
          <p:cNvPr id="5" name="Footer Placeholder 4">
            <a:extLst>
              <a:ext uri="{FF2B5EF4-FFF2-40B4-BE49-F238E27FC236}">
                <a16:creationId xmlns:a16="http://schemas.microsoft.com/office/drawing/2014/main" id="{F8A0F09F-2005-4320-9822-94D41C44F6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20CEA5-A081-4335-8897-D7A75AF35A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89B80-1F5D-4981-95C2-D8F55C8DB34A}" type="slidenum">
              <a:rPr lang="en-US" smtClean="0"/>
              <a:t>‹#›</a:t>
            </a:fld>
            <a:endParaRPr lang="en-US"/>
          </a:p>
        </p:txBody>
      </p:sp>
    </p:spTree>
    <p:extLst>
      <p:ext uri="{BB962C8B-B14F-4D97-AF65-F5344CB8AC3E}">
        <p14:creationId xmlns:p14="http://schemas.microsoft.com/office/powerpoint/2010/main" val="422520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093199-42BD-4B01-A1CE-E051EAE593A5}"/>
              </a:ext>
            </a:extLst>
          </p:cNvPr>
          <p:cNvSpPr>
            <a:spLocks noGrp="1"/>
          </p:cNvSpPr>
          <p:nvPr>
            <p:ph type="body" idx="1"/>
          </p:nvPr>
        </p:nvSpPr>
        <p:spPr>
          <a:xfrm>
            <a:off x="227013" y="1174932"/>
            <a:ext cx="11737975" cy="49909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5F4CE41-771E-43F7-9AB5-CEE87D3166A3}"/>
              </a:ext>
            </a:extLst>
          </p:cNvPr>
          <p:cNvSpPr>
            <a:spLocks noGrp="1"/>
          </p:cNvSpPr>
          <p:nvPr>
            <p:ph type="title"/>
          </p:nvPr>
        </p:nvSpPr>
        <p:spPr>
          <a:xfrm>
            <a:off x="227013" y="225426"/>
            <a:ext cx="11737975" cy="724080"/>
          </a:xfrm>
          <a:prstGeom prst="rect">
            <a:avLst/>
          </a:prstGeom>
        </p:spPr>
        <p:txBody>
          <a:bodyPr vert="horz" lIns="91440" tIns="45720" rIns="91440" bIns="45720" rtlCol="0" anchor="ctr">
            <a:noAutofit/>
          </a:bodyPr>
          <a:lstStyle/>
          <a:p>
            <a:r>
              <a:rPr lang="en-US"/>
              <a:t>Click to edit Master title style</a:t>
            </a:r>
          </a:p>
        </p:txBody>
      </p:sp>
      <p:sp>
        <p:nvSpPr>
          <p:cNvPr id="11" name="Slide Number Placeholder 5">
            <a:extLst>
              <a:ext uri="{FF2B5EF4-FFF2-40B4-BE49-F238E27FC236}">
                <a16:creationId xmlns:a16="http://schemas.microsoft.com/office/drawing/2014/main" id="{A5C947E3-E5BC-AB48-8C51-D1676467E110}"/>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lvl1pPr algn="r">
              <a:defRPr sz="900" b="1" i="0">
                <a:solidFill>
                  <a:srgbClr val="2E2E2E"/>
                </a:solidFill>
                <a:latin typeface="Avenir Next LT Pro" panose="020B0504020202020204" pitchFamily="34" charset="77"/>
              </a:defRPr>
            </a:lvl1pPr>
          </a:lstStyle>
          <a:p>
            <a:fld id="{BAA9A6D5-6075-4912-8295-34659A3829C4}" type="slidenum">
              <a:rPr lang="en-US" smtClean="0"/>
              <a:pPr/>
              <a:t>‹#›</a:t>
            </a:fld>
            <a:endParaRPr lang="en-US"/>
          </a:p>
        </p:txBody>
      </p:sp>
    </p:spTree>
    <p:extLst>
      <p:ext uri="{BB962C8B-B14F-4D97-AF65-F5344CB8AC3E}">
        <p14:creationId xmlns:p14="http://schemas.microsoft.com/office/powerpoint/2010/main" val="135368361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9" r:id="rId18"/>
    <p:sldLayoutId id="2147483690" r:id="rId19"/>
  </p:sldLayoutIdLst>
  <p:hf hdr="0" ftr="0" dt="0"/>
  <p:txStyles>
    <p:titleStyle>
      <a:lvl1pPr algn="l" defTabSz="914400" rtl="0" eaLnBrk="1" latinLnBrk="0" hangingPunct="1">
        <a:lnSpc>
          <a:spcPct val="90000"/>
        </a:lnSpc>
        <a:spcBef>
          <a:spcPct val="0"/>
        </a:spcBef>
        <a:buNone/>
        <a:defRPr sz="2800" b="1" kern="1200">
          <a:solidFill>
            <a:schemeClr val="tx1"/>
          </a:solidFill>
          <a:latin typeface="Avenir Next LT Pro" panose="020B0504020202020204" pitchFamily="34" charset="77"/>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80000"/>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1pPr>
      <a:lvl2pPr marL="6858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600" kern="1200">
          <a:solidFill>
            <a:schemeClr val="tx1"/>
          </a:solidFill>
          <a:latin typeface="Avenir Next LT Pro" panose="020B0504020202020204" pitchFamily="34" charset="77"/>
          <a:ea typeface="+mn-ea"/>
          <a:cs typeface="+mn-cs"/>
        </a:defRPr>
      </a:lvl2pPr>
      <a:lvl3pPr marL="11430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3pPr>
      <a:lvl4pPr marL="16002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200" kern="1200">
          <a:solidFill>
            <a:schemeClr val="tx1"/>
          </a:solidFill>
          <a:latin typeface="Avenir Next LT Pro" panose="020B0504020202020204" pitchFamily="34" charset="77"/>
          <a:ea typeface="+mn-ea"/>
          <a:cs typeface="+mn-cs"/>
        </a:defRPr>
      </a:lvl4pPr>
      <a:lvl5pPr marL="20574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2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2">
          <p15:clr>
            <a:srgbClr val="F26B43"/>
          </p15:clr>
        </p15:guide>
        <p15:guide id="2" pos="143">
          <p15:clr>
            <a:srgbClr val="F26B43"/>
          </p15:clr>
        </p15:guide>
        <p15:guide id="3" orient="horz" pos="4156">
          <p15:clr>
            <a:srgbClr val="F26B43"/>
          </p15:clr>
        </p15:guide>
        <p15:guide id="4" pos="7537">
          <p15:clr>
            <a:srgbClr val="F26B43"/>
          </p15:clr>
        </p15:guide>
        <p15:guide id="5" orient="horz" pos="482">
          <p15:clr>
            <a:srgbClr val="F26B43"/>
          </p15:clr>
        </p15:guide>
        <p15:guide id="6" orient="horz" pos="618">
          <p15:clr>
            <a:srgbClr val="F26B43"/>
          </p15:clr>
        </p15:guide>
        <p15:guide id="7" orient="horz" pos="4020">
          <p15:clr>
            <a:srgbClr val="F26B43"/>
          </p15:clr>
        </p15:guide>
        <p15:guide id="8" orient="horz" pos="3884">
          <p15:clr>
            <a:srgbClr val="F26B43"/>
          </p15:clr>
        </p15:guide>
        <p15:guide id="9" orient="horz" pos="73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59595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00" b="0" i="0" u="none" strike="noStrike" cap="none">
                <a:solidFill>
                  <a:srgbClr val="59595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76895686"/>
      </p:ext>
    </p:extLst>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136">
          <p15:clr>
            <a:srgbClr val="5ACBF0"/>
          </p15:clr>
        </p15:guide>
        <p15:guide id="2" pos="2568">
          <p15:clr>
            <a:srgbClr val="5ACBF0"/>
          </p15:clr>
        </p15:guide>
        <p15:guide id="3" pos="5760">
          <p15:clr>
            <a:srgbClr val="F26B43"/>
          </p15:clr>
        </p15:guide>
        <p15:guide id="4" pos="1920">
          <p15:clr>
            <a:srgbClr val="F26B43"/>
          </p15:clr>
        </p15:guide>
        <p15:guide id="5" pos="3840">
          <p15:clr>
            <a:srgbClr val="F26B43"/>
          </p15:clr>
        </p15:guide>
        <p15:guide id="6" pos="576">
          <p15:clr>
            <a:srgbClr val="000000"/>
          </p15:clr>
        </p15:guide>
        <p15:guide id="7" pos="7104">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1.bin"/><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3.xml"/><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35.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www.sitecore.com/partners/solution-catalog/zontdigital-shift-ai" TargetMode="External"/><Relationship Id="rId2" Type="http://schemas.openxmlformats.org/officeDocument/2006/relationships/image" Target="../media/image16.png"/><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5.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7FFFEC71_D76412E6.xml"/><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pic>
        <p:nvPicPr>
          <p:cNvPr id="2050" name="Picture 2" descr="Lattice Semiconductor, a major FPGA chip manufacturer, announced a 14%  layoff.">
            <a:extLst>
              <a:ext uri="{FF2B5EF4-FFF2-40B4-BE49-F238E27FC236}">
                <a16:creationId xmlns:a16="http://schemas.microsoft.com/office/drawing/2014/main" id="{CA931621-4100-BABA-733E-F208CAC966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5719"/>
          <a:stretch>
            <a:fillRect/>
          </a:stretch>
        </p:blipFill>
        <p:spPr bwMode="auto">
          <a:xfrm>
            <a:off x="3091564" y="-1621"/>
            <a:ext cx="9100436" cy="6878256"/>
          </a:xfrm>
          <a:prstGeom prst="rect">
            <a:avLst/>
          </a:prstGeom>
          <a:noFill/>
          <a:extLst>
            <a:ext uri="{909E8E84-426E-40DD-AFC4-6F175D3DCCD1}">
              <a14:hiddenFill xmlns:a14="http://schemas.microsoft.com/office/drawing/2010/main">
                <a:solidFill>
                  <a:srgbClr val="FFFFFF"/>
                </a:solidFill>
              </a14:hiddenFill>
            </a:ext>
          </a:extLst>
        </p:spPr>
      </p:pic>
      <p:sp>
        <p:nvSpPr>
          <p:cNvPr id="544" name="Google Shape;544;p1"/>
          <p:cNvSpPr/>
          <p:nvPr/>
        </p:nvSpPr>
        <p:spPr>
          <a:xfrm>
            <a:off x="0" y="3539"/>
            <a:ext cx="6870378" cy="6878256"/>
          </a:xfrm>
          <a:prstGeom prst="rect">
            <a:avLst/>
          </a:prstGeom>
          <a:solidFill>
            <a:srgbClr val="549E3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lt"/>
              <a:ea typeface="Arial"/>
              <a:cs typeface="Arial"/>
              <a:sym typeface="Arial"/>
            </a:endParaRPr>
          </a:p>
        </p:txBody>
      </p:sp>
      <p:cxnSp>
        <p:nvCxnSpPr>
          <p:cNvPr id="548" name="Google Shape;548;p1"/>
          <p:cNvCxnSpPr/>
          <p:nvPr/>
        </p:nvCxnSpPr>
        <p:spPr>
          <a:xfrm rot="10800000" flipH="1">
            <a:off x="9804869" y="3438525"/>
            <a:ext cx="1558013" cy="3419475"/>
          </a:xfrm>
          <a:prstGeom prst="straightConnector1">
            <a:avLst/>
          </a:prstGeom>
          <a:noFill/>
          <a:ln w="9525" cap="flat" cmpd="sng">
            <a:solidFill>
              <a:srgbClr val="525B88"/>
            </a:solidFill>
            <a:prstDash val="solid"/>
            <a:miter lim="800000"/>
            <a:headEnd type="none" w="sm" len="sm"/>
            <a:tailEnd type="none" w="sm" len="sm"/>
          </a:ln>
        </p:spPr>
      </p:cxnSp>
      <p:sp>
        <p:nvSpPr>
          <p:cNvPr id="546" name="Google Shape;546;p1"/>
          <p:cNvSpPr txBox="1">
            <a:spLocks noGrp="1"/>
          </p:cNvSpPr>
          <p:nvPr>
            <p:ph type="subTitle" idx="1"/>
          </p:nvPr>
        </p:nvSpPr>
        <p:spPr>
          <a:xfrm>
            <a:off x="583045" y="3631305"/>
            <a:ext cx="5436000" cy="1228205"/>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1000"/>
              </a:spcBef>
              <a:spcAft>
                <a:spcPts val="0"/>
              </a:spcAft>
              <a:buClr>
                <a:schemeClr val="lt1"/>
              </a:buClr>
              <a:buSzPts val="1800"/>
              <a:buNone/>
            </a:pPr>
            <a:r>
              <a:rPr lang="en-US" sz="1600">
                <a:solidFill>
                  <a:schemeClr val="tx1"/>
                </a:solidFill>
                <a:latin typeface="Arial" panose="020B0604020202020204" pitchFamily="34" charset="0"/>
                <a:ea typeface="Quattrocento Sans"/>
                <a:cs typeface="Arial" panose="020B0604020202020204" pitchFamily="34" charset="0"/>
                <a:sym typeface="Quattrocento Sans"/>
              </a:rPr>
              <a:t>AI-based XP to XM Cloud proposal.</a:t>
            </a:r>
          </a:p>
          <a:p>
            <a:pPr marL="0" lvl="0" indent="0" algn="l" rtl="0">
              <a:lnSpc>
                <a:spcPct val="90000"/>
              </a:lnSpc>
              <a:spcBef>
                <a:spcPts val="1000"/>
              </a:spcBef>
              <a:spcAft>
                <a:spcPts val="0"/>
              </a:spcAft>
              <a:buClr>
                <a:schemeClr val="lt1"/>
              </a:buClr>
              <a:buSzPts val="1800"/>
              <a:buNone/>
            </a:pPr>
            <a:endParaRPr lang="en-US" sz="1600">
              <a:latin typeface="Arial" panose="020B0604020202020204" pitchFamily="34" charset="0"/>
              <a:ea typeface="Quattrocento Sans"/>
              <a:cs typeface="Arial" panose="020B0604020202020204" pitchFamily="34" charset="0"/>
              <a:sym typeface="Quattrocento Sans"/>
            </a:endParaRPr>
          </a:p>
          <a:p>
            <a:pPr marL="0" lvl="0" indent="0" algn="l" rtl="0">
              <a:lnSpc>
                <a:spcPct val="90000"/>
              </a:lnSpc>
              <a:spcBef>
                <a:spcPts val="1000"/>
              </a:spcBef>
              <a:spcAft>
                <a:spcPts val="0"/>
              </a:spcAft>
              <a:buClr>
                <a:schemeClr val="lt1"/>
              </a:buClr>
              <a:buSzPts val="1800"/>
              <a:buNone/>
            </a:pPr>
            <a:r>
              <a:rPr lang="en-US" sz="1600">
                <a:solidFill>
                  <a:schemeClr val="tx1"/>
                </a:solidFill>
                <a:latin typeface="Arial" panose="020B0604020202020204" pitchFamily="34" charset="0"/>
                <a:ea typeface="Quattrocento Sans"/>
                <a:cs typeface="Arial" panose="020B0604020202020204" pitchFamily="34" charset="0"/>
                <a:sym typeface="Quattrocento Sans"/>
              </a:rPr>
              <a:t>September 2025</a:t>
            </a:r>
          </a:p>
          <a:p>
            <a:pPr marL="0" lvl="0" indent="0" algn="l" rtl="0">
              <a:lnSpc>
                <a:spcPct val="90000"/>
              </a:lnSpc>
              <a:spcBef>
                <a:spcPts val="1000"/>
              </a:spcBef>
              <a:spcAft>
                <a:spcPts val="0"/>
              </a:spcAft>
              <a:buClr>
                <a:schemeClr val="lt1"/>
              </a:buClr>
              <a:buSzPts val="1800"/>
              <a:buNone/>
            </a:pPr>
            <a:endParaRPr lang="en-US" sz="1600">
              <a:latin typeface="Arial" panose="020B0604020202020204" pitchFamily="34" charset="0"/>
              <a:cs typeface="Arial" panose="020B0604020202020204" pitchFamily="34" charset="0"/>
              <a:sym typeface="Quattrocento Sans"/>
            </a:endParaRPr>
          </a:p>
        </p:txBody>
      </p:sp>
      <p:sp>
        <p:nvSpPr>
          <p:cNvPr id="547" name="Google Shape;547;p1"/>
          <p:cNvSpPr txBox="1">
            <a:spLocks noGrp="1"/>
          </p:cNvSpPr>
          <p:nvPr>
            <p:ph type="ctrTitle"/>
          </p:nvPr>
        </p:nvSpPr>
        <p:spPr>
          <a:xfrm>
            <a:off x="558541" y="2457768"/>
            <a:ext cx="6063398" cy="721439"/>
          </a:xfrm>
          <a:prstGeom prst="rect">
            <a:avLst/>
          </a:prstGeom>
          <a:noFill/>
          <a:ln>
            <a:noFill/>
          </a:ln>
        </p:spPr>
        <p:txBody>
          <a:bodyPr spcFirstLastPara="1" wrap="square" lIns="0" tIns="45700" rIns="0" bIns="45700" anchor="t" anchorCtr="0">
            <a:noAutofit/>
          </a:bodyPr>
          <a:lstStyle/>
          <a:p>
            <a:pPr lvl="0" algn="l">
              <a:buClr>
                <a:schemeClr val="lt1"/>
              </a:buClr>
              <a:buSzPts val="4400"/>
            </a:pPr>
            <a:r>
              <a:rPr lang="en-US" sz="4400" b="1">
                <a:solidFill>
                  <a:schemeClr val="tx1"/>
                </a:solidFill>
                <a:latin typeface="Avenir Next LT Pro"/>
              </a:rPr>
              <a:t>XP to XM Cloud Migration</a:t>
            </a:r>
            <a:endParaRPr sz="4400" b="1">
              <a:solidFill>
                <a:schemeClr val="tx1"/>
              </a:solidFill>
              <a:latin typeface="Arial" panose="020B0604020202020204" pitchFamily="34" charset="0"/>
              <a:ea typeface="Quattrocento Sans"/>
              <a:cs typeface="Arial" panose="020B0604020202020204" pitchFamily="34" charset="0"/>
              <a:sym typeface="Quattrocento Sans"/>
            </a:endParaRPr>
          </a:p>
        </p:txBody>
      </p:sp>
      <p:cxnSp>
        <p:nvCxnSpPr>
          <p:cNvPr id="551" name="Google Shape;551;p1"/>
          <p:cNvCxnSpPr/>
          <p:nvPr/>
        </p:nvCxnSpPr>
        <p:spPr>
          <a:xfrm>
            <a:off x="7664495" y="0"/>
            <a:ext cx="1557514" cy="3436620"/>
          </a:xfrm>
          <a:prstGeom prst="straightConnector1">
            <a:avLst/>
          </a:prstGeom>
          <a:noFill/>
          <a:ln w="9525" cap="flat" cmpd="sng">
            <a:solidFill>
              <a:schemeClr val="lt1"/>
            </a:solidFill>
            <a:prstDash val="solid"/>
            <a:miter lim="800000"/>
            <a:headEnd type="none" w="sm" len="sm"/>
            <a:tailEnd type="none" w="sm" len="sm"/>
          </a:ln>
        </p:spPr>
      </p:cxnSp>
      <p:cxnSp>
        <p:nvCxnSpPr>
          <p:cNvPr id="552" name="Google Shape;552;p1"/>
          <p:cNvCxnSpPr/>
          <p:nvPr/>
        </p:nvCxnSpPr>
        <p:spPr>
          <a:xfrm rot="10800000" flipH="1">
            <a:off x="7663553" y="3438525"/>
            <a:ext cx="1558013" cy="3419475"/>
          </a:xfrm>
          <a:prstGeom prst="straightConnector1">
            <a:avLst/>
          </a:prstGeom>
          <a:noFill/>
          <a:ln w="9525" cap="flat" cmpd="sng">
            <a:solidFill>
              <a:schemeClr val="lt1"/>
            </a:solidFill>
            <a:prstDash val="solid"/>
            <a:miter lim="800000"/>
            <a:headEnd type="none" w="sm" len="sm"/>
            <a:tailEnd type="none" w="sm" len="sm"/>
          </a:ln>
        </p:spPr>
      </p:cxnSp>
      <p:cxnSp>
        <p:nvCxnSpPr>
          <p:cNvPr id="553" name="Google Shape;553;p1"/>
          <p:cNvCxnSpPr/>
          <p:nvPr/>
        </p:nvCxnSpPr>
        <p:spPr>
          <a:xfrm>
            <a:off x="5317935" y="11928"/>
            <a:ext cx="1557514" cy="3436620"/>
          </a:xfrm>
          <a:prstGeom prst="straightConnector1">
            <a:avLst/>
          </a:prstGeom>
          <a:noFill/>
          <a:ln w="9525" cap="flat" cmpd="sng">
            <a:solidFill>
              <a:srgbClr val="DFF5CE"/>
            </a:solidFill>
            <a:prstDash val="solid"/>
            <a:miter lim="800000"/>
            <a:headEnd type="none" w="sm" len="sm"/>
            <a:tailEnd type="none" w="sm" len="sm"/>
          </a:ln>
        </p:spPr>
      </p:cxnSp>
      <p:cxnSp>
        <p:nvCxnSpPr>
          <p:cNvPr id="554" name="Google Shape;554;p1"/>
          <p:cNvCxnSpPr/>
          <p:nvPr/>
        </p:nvCxnSpPr>
        <p:spPr>
          <a:xfrm rot="10800000" flipH="1">
            <a:off x="5316993" y="3422621"/>
            <a:ext cx="1558013" cy="3419475"/>
          </a:xfrm>
          <a:prstGeom prst="straightConnector1">
            <a:avLst/>
          </a:prstGeom>
          <a:noFill/>
          <a:ln w="9525" cap="flat" cmpd="sng">
            <a:solidFill>
              <a:srgbClr val="DFF5CE"/>
            </a:solidFill>
            <a:prstDash val="solid"/>
            <a:miter lim="800000"/>
            <a:headEnd type="none" w="sm" len="sm"/>
            <a:tailEnd type="none" w="sm" len="sm"/>
          </a:ln>
        </p:spPr>
      </p:cxnSp>
      <p:cxnSp>
        <p:nvCxnSpPr>
          <p:cNvPr id="556" name="Google Shape;556;p1"/>
          <p:cNvCxnSpPr/>
          <p:nvPr/>
        </p:nvCxnSpPr>
        <p:spPr>
          <a:xfrm>
            <a:off x="6906670" y="200674"/>
            <a:ext cx="1557514" cy="3436620"/>
          </a:xfrm>
          <a:prstGeom prst="straightConnector1">
            <a:avLst/>
          </a:prstGeom>
          <a:noFill/>
          <a:ln w="9525" cap="flat" cmpd="sng">
            <a:solidFill>
              <a:srgbClr val="525B88"/>
            </a:solidFill>
            <a:prstDash val="solid"/>
            <a:miter lim="800000"/>
            <a:headEnd type="none" w="sm" len="sm"/>
            <a:tailEnd type="none" w="sm" len="sm"/>
          </a:ln>
        </p:spPr>
      </p:cxnSp>
      <p:sp>
        <p:nvSpPr>
          <p:cNvPr id="557" name="Google Shape;557;p1"/>
          <p:cNvSpPr/>
          <p:nvPr/>
        </p:nvSpPr>
        <p:spPr>
          <a:xfrm rot="5400000">
            <a:off x="4135622" y="2713068"/>
            <a:ext cx="6906643" cy="1470684"/>
          </a:xfrm>
          <a:prstGeom prst="triangle">
            <a:avLst>
              <a:gd name="adj" fmla="val 50000"/>
            </a:avLst>
          </a:prstGeom>
          <a:solidFill>
            <a:srgbClr val="549E3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j-lt"/>
              <a:ea typeface="Arial"/>
              <a:cs typeface="Arial"/>
              <a:sym typeface="Arial"/>
            </a:endParaRPr>
          </a:p>
        </p:txBody>
      </p:sp>
      <p:sp>
        <p:nvSpPr>
          <p:cNvPr id="558" name="Google Shape;558;p1"/>
          <p:cNvSpPr/>
          <p:nvPr/>
        </p:nvSpPr>
        <p:spPr>
          <a:xfrm>
            <a:off x="7819865" y="2449604"/>
            <a:ext cx="787078" cy="2002420"/>
          </a:xfrm>
          <a:prstGeom prst="chevron">
            <a:avLst>
              <a:gd name="adj" fmla="val 50000"/>
            </a:avLst>
          </a:prstGeom>
          <a:solidFill>
            <a:srgbClr val="8296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000000"/>
              </a:solidFill>
              <a:latin typeface="+mj-lt"/>
              <a:ea typeface="Calibri"/>
              <a:cs typeface="Calibri"/>
              <a:sym typeface="Calibri"/>
            </a:endParaRPr>
          </a:p>
        </p:txBody>
      </p:sp>
      <p:pic>
        <p:nvPicPr>
          <p:cNvPr id="2" name="Picture 1" descr="A black and white logo&#10;&#10;Description automatically generated">
            <a:extLst>
              <a:ext uri="{FF2B5EF4-FFF2-40B4-BE49-F238E27FC236}">
                <a16:creationId xmlns:a16="http://schemas.microsoft.com/office/drawing/2014/main" id="{841B99B7-BCBA-8917-4DAD-0DEDD94E7BEA}"/>
              </a:ext>
            </a:extLst>
          </p:cNvPr>
          <p:cNvPicPr>
            <a:picLocks noChangeAspect="1"/>
          </p:cNvPicPr>
          <p:nvPr/>
        </p:nvPicPr>
        <p:blipFill>
          <a:blip r:embed="rId4"/>
          <a:stretch>
            <a:fillRect/>
          </a:stretch>
        </p:blipFill>
        <p:spPr>
          <a:xfrm>
            <a:off x="3100623" y="559540"/>
            <a:ext cx="1350062" cy="347159"/>
          </a:xfrm>
          <a:prstGeom prst="rect">
            <a:avLst/>
          </a:prstGeom>
        </p:spPr>
      </p:pic>
      <p:cxnSp>
        <p:nvCxnSpPr>
          <p:cNvPr id="3" name="Straight Connector 2">
            <a:extLst>
              <a:ext uri="{FF2B5EF4-FFF2-40B4-BE49-F238E27FC236}">
                <a16:creationId xmlns:a16="http://schemas.microsoft.com/office/drawing/2014/main" id="{EC423EFA-3697-0432-F4AF-DA551F217012}"/>
              </a:ext>
            </a:extLst>
          </p:cNvPr>
          <p:cNvCxnSpPr>
            <a:cxnSpLocks/>
          </p:cNvCxnSpPr>
          <p:nvPr/>
        </p:nvCxnSpPr>
        <p:spPr>
          <a:xfrm>
            <a:off x="2841468" y="428982"/>
            <a:ext cx="0" cy="568525"/>
          </a:xfrm>
          <a:prstGeom prst="line">
            <a:avLst/>
          </a:prstGeom>
          <a:ln w="793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pic>
        <p:nvPicPr>
          <p:cNvPr id="1028" name="Picture 4" descr="Lattice Semiconductor | The Low Power FPGA Leader">
            <a:extLst>
              <a:ext uri="{FF2B5EF4-FFF2-40B4-BE49-F238E27FC236}">
                <a16:creationId xmlns:a16="http://schemas.microsoft.com/office/drawing/2014/main" id="{0E4C0085-E3D0-B9B7-F67C-4C73C176C5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541" y="559540"/>
            <a:ext cx="2083386" cy="4226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vels Semencuks">
            <a:extLst>
              <a:ext uri="{FF2B5EF4-FFF2-40B4-BE49-F238E27FC236}">
                <a16:creationId xmlns:a16="http://schemas.microsoft.com/office/drawing/2014/main" id="{34FD7AC6-3BC6-EFF3-D982-87F8D82DE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34232" y="2005015"/>
            <a:ext cx="2059035" cy="22022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rtin Miles">
            <a:extLst>
              <a:ext uri="{FF2B5EF4-FFF2-40B4-BE49-F238E27FC236}">
                <a16:creationId xmlns:a16="http://schemas.microsoft.com/office/drawing/2014/main" id="{91164B12-C9E7-3CAD-226F-7A5C1FB9ED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957" y="2005015"/>
            <a:ext cx="2027992" cy="22022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asiliy Fomichev">
            <a:extLst>
              <a:ext uri="{FF2B5EF4-FFF2-40B4-BE49-F238E27FC236}">
                <a16:creationId xmlns:a16="http://schemas.microsoft.com/office/drawing/2014/main" id="{06A18283-9900-1BBE-8279-E586858ABE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126" y="1996564"/>
            <a:ext cx="2059036" cy="218958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7">
            <a:extLst>
              <a:ext uri="{FF2B5EF4-FFF2-40B4-BE49-F238E27FC236}">
                <a16:creationId xmlns:a16="http://schemas.microsoft.com/office/drawing/2014/main" id="{D9CC32B4-1ACF-A5C8-AE20-959063D5A23C}"/>
              </a:ext>
            </a:extLst>
          </p:cNvPr>
          <p:cNvGraphicFramePr>
            <a:graphicFrameLocks noChangeAspect="1"/>
          </p:cNvGraphicFramePr>
          <p:nvPr>
            <p:extLst>
              <p:ext uri="{D42A27DB-BD31-4B8C-83A1-F6EECF244321}">
                <p14:modId xmlns:p14="http://schemas.microsoft.com/office/powerpoint/2010/main" val="3913777101"/>
              </p:ext>
            </p:extLst>
          </p:nvPr>
        </p:nvGraphicFramePr>
        <p:xfrm>
          <a:off x="3660020" y="2005015"/>
          <a:ext cx="2059035" cy="2172679"/>
        </p:xfrm>
        <a:graphic>
          <a:graphicData uri="http://schemas.openxmlformats.org/presentationml/2006/ole">
            <mc:AlternateContent xmlns:mc="http://schemas.openxmlformats.org/markup-compatibility/2006">
              <mc:Choice xmlns:v="urn:schemas-microsoft-com:vml" Requires="v">
                <p:oleObj r:id="rId6" imgW="4860290" imgH="5128895" progId="">
                  <p:embed/>
                </p:oleObj>
              </mc:Choice>
              <mc:Fallback>
                <p:oleObj r:id="rId6" imgW="4860290" imgH="5128895" progId="">
                  <p:embed/>
                  <p:pic>
                    <p:nvPicPr>
                      <p:cNvPr id="8" name="Object 7">
                        <a:extLst>
                          <a:ext uri="{FF2B5EF4-FFF2-40B4-BE49-F238E27FC236}">
                            <a16:creationId xmlns:a16="http://schemas.microsoft.com/office/drawing/2014/main" id="{D9CC32B4-1ACF-A5C8-AE20-959063D5A23C}"/>
                          </a:ext>
                        </a:extLst>
                      </p:cNvPr>
                      <p:cNvPicPr/>
                      <p:nvPr/>
                    </p:nvPicPr>
                    <p:blipFill>
                      <a:blip r:embed="rId7"/>
                      <a:stretch>
                        <a:fillRect/>
                      </a:stretch>
                    </p:blipFill>
                    <p:spPr>
                      <a:xfrm>
                        <a:off x="3660020" y="2005015"/>
                        <a:ext cx="2059035" cy="2172679"/>
                      </a:xfrm>
                      <a:prstGeom prst="rect">
                        <a:avLst/>
                      </a:prstGeom>
                    </p:spPr>
                  </p:pic>
                </p:oleObj>
              </mc:Fallback>
            </mc:AlternateContent>
          </a:graphicData>
        </a:graphic>
      </p:graphicFrame>
      <p:sp>
        <p:nvSpPr>
          <p:cNvPr id="9" name="Google Shape;650;p4">
            <a:extLst>
              <a:ext uri="{FF2B5EF4-FFF2-40B4-BE49-F238E27FC236}">
                <a16:creationId xmlns:a16="http://schemas.microsoft.com/office/drawing/2014/main" id="{0D124C7E-B3D2-63D6-8AE6-46D2FF143EB2}"/>
              </a:ext>
            </a:extLst>
          </p:cNvPr>
          <p:cNvSpPr txBox="1"/>
          <p:nvPr/>
        </p:nvSpPr>
        <p:spPr>
          <a:xfrm>
            <a:off x="449732" y="255968"/>
            <a:ext cx="11117718" cy="369332"/>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venir Next LT Pro" panose="020B0504020202020204" pitchFamily="34" charset="0"/>
                <a:ea typeface="Avenir"/>
                <a:cs typeface="Arial" panose="020B0604020202020204" pitchFamily="34" charset="0"/>
                <a:sym typeface="Avenir"/>
              </a:rPr>
              <a:t>Introductions</a:t>
            </a:r>
            <a:endParaRPr kumimoji="0" sz="14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sp>
        <p:nvSpPr>
          <p:cNvPr id="10" name="TextBox 9">
            <a:extLst>
              <a:ext uri="{FF2B5EF4-FFF2-40B4-BE49-F238E27FC236}">
                <a16:creationId xmlns:a16="http://schemas.microsoft.com/office/drawing/2014/main" id="{13E58400-0E87-4FD9-F4A4-5C032CB7C8DF}"/>
              </a:ext>
            </a:extLst>
          </p:cNvPr>
          <p:cNvSpPr txBox="1"/>
          <p:nvPr/>
        </p:nvSpPr>
        <p:spPr>
          <a:xfrm>
            <a:off x="1063078" y="4400550"/>
            <a:ext cx="1809750" cy="830997"/>
          </a:xfrm>
          <a:prstGeom prst="rect">
            <a:avLst/>
          </a:prstGeom>
          <a:noFill/>
        </p:spPr>
        <p:txBody>
          <a:bodyPr wrap="square" rtlCol="0">
            <a:spAutoFit/>
          </a:bodyPr>
          <a:lstStyle/>
          <a:p>
            <a:pPr algn="ctr"/>
            <a:r>
              <a:rPr lang="en-US" sz="2000" b="1" dirty="0"/>
              <a:t>Martin Miles</a:t>
            </a:r>
          </a:p>
          <a:p>
            <a:pPr algn="ctr"/>
            <a:r>
              <a:rPr lang="en-US" sz="1400" dirty="0"/>
              <a:t>Architect</a:t>
            </a:r>
          </a:p>
          <a:p>
            <a:pPr algn="ctr"/>
            <a:r>
              <a:rPr lang="en-US" sz="1400" dirty="0"/>
              <a:t>9x Sitecore MVP</a:t>
            </a:r>
          </a:p>
        </p:txBody>
      </p:sp>
      <p:sp>
        <p:nvSpPr>
          <p:cNvPr id="11" name="TextBox 10">
            <a:extLst>
              <a:ext uri="{FF2B5EF4-FFF2-40B4-BE49-F238E27FC236}">
                <a16:creationId xmlns:a16="http://schemas.microsoft.com/office/drawing/2014/main" id="{80C1659B-7645-CE24-A300-3C8F7EE56517}"/>
              </a:ext>
            </a:extLst>
          </p:cNvPr>
          <p:cNvSpPr txBox="1"/>
          <p:nvPr/>
        </p:nvSpPr>
        <p:spPr>
          <a:xfrm>
            <a:off x="3660020" y="4400549"/>
            <a:ext cx="2059034" cy="615553"/>
          </a:xfrm>
          <a:prstGeom prst="rect">
            <a:avLst/>
          </a:prstGeom>
          <a:noFill/>
        </p:spPr>
        <p:txBody>
          <a:bodyPr wrap="square" lIns="91440" tIns="45720" rIns="91440" bIns="45720" rtlCol="0" anchor="t">
            <a:spAutoFit/>
          </a:bodyPr>
          <a:lstStyle/>
          <a:p>
            <a:pPr algn="ctr"/>
            <a:r>
              <a:rPr lang="en-US" sz="2000" b="1" dirty="0"/>
              <a:t>Irina </a:t>
            </a:r>
            <a:r>
              <a:rPr lang="en-US" sz="2000" b="1"/>
              <a:t>Proskovica</a:t>
            </a:r>
            <a:endParaRPr lang="en-US" sz="2000" b="1" dirty="0"/>
          </a:p>
          <a:p>
            <a:pPr algn="ctr"/>
            <a:r>
              <a:rPr lang="en-US" sz="1400" dirty="0"/>
              <a:t>Project Manager</a:t>
            </a:r>
          </a:p>
        </p:txBody>
      </p:sp>
      <p:sp>
        <p:nvSpPr>
          <p:cNvPr id="12" name="TextBox 11">
            <a:extLst>
              <a:ext uri="{FF2B5EF4-FFF2-40B4-BE49-F238E27FC236}">
                <a16:creationId xmlns:a16="http://schemas.microsoft.com/office/drawing/2014/main" id="{2A6C6B7A-55FC-CC8A-01FE-C679E883F0F3}"/>
              </a:ext>
            </a:extLst>
          </p:cNvPr>
          <p:cNvSpPr txBox="1"/>
          <p:nvPr/>
        </p:nvSpPr>
        <p:spPr>
          <a:xfrm>
            <a:off x="6239353" y="4400549"/>
            <a:ext cx="2374581" cy="1046440"/>
          </a:xfrm>
          <a:prstGeom prst="rect">
            <a:avLst/>
          </a:prstGeom>
          <a:noFill/>
        </p:spPr>
        <p:txBody>
          <a:bodyPr wrap="square" rtlCol="0">
            <a:spAutoFit/>
          </a:bodyPr>
          <a:lstStyle/>
          <a:p>
            <a:pPr algn="ctr"/>
            <a:r>
              <a:rPr lang="en-US" sz="2000" b="1" dirty="0"/>
              <a:t>Vasiliy Fomichev</a:t>
            </a:r>
          </a:p>
          <a:p>
            <a:pPr algn="ctr"/>
            <a:r>
              <a:rPr lang="en-US" sz="1400" dirty="0"/>
              <a:t>Engagement Lead, Governance</a:t>
            </a:r>
          </a:p>
          <a:p>
            <a:pPr algn="ctr"/>
            <a:r>
              <a:rPr lang="en-US" sz="1400" dirty="0"/>
              <a:t>11x Sitecore MVP</a:t>
            </a:r>
          </a:p>
        </p:txBody>
      </p:sp>
      <p:sp>
        <p:nvSpPr>
          <p:cNvPr id="13" name="TextBox 12">
            <a:extLst>
              <a:ext uri="{FF2B5EF4-FFF2-40B4-BE49-F238E27FC236}">
                <a16:creationId xmlns:a16="http://schemas.microsoft.com/office/drawing/2014/main" id="{72AA5559-945A-6375-D975-749A93F8A10D}"/>
              </a:ext>
            </a:extLst>
          </p:cNvPr>
          <p:cNvSpPr txBox="1"/>
          <p:nvPr/>
        </p:nvSpPr>
        <p:spPr>
          <a:xfrm>
            <a:off x="8976458" y="4400549"/>
            <a:ext cx="2374581" cy="615553"/>
          </a:xfrm>
          <a:prstGeom prst="rect">
            <a:avLst/>
          </a:prstGeom>
          <a:noFill/>
        </p:spPr>
        <p:txBody>
          <a:bodyPr wrap="square" lIns="91440" tIns="45720" rIns="91440" bIns="45720" rtlCol="0" anchor="t">
            <a:spAutoFit/>
          </a:bodyPr>
          <a:lstStyle/>
          <a:p>
            <a:pPr algn="ctr"/>
            <a:r>
              <a:rPr lang="en-US" sz="2000" b="1" dirty="0"/>
              <a:t>Pavels </a:t>
            </a:r>
            <a:r>
              <a:rPr lang="en-US" sz="2000" b="1"/>
              <a:t>Semencuks</a:t>
            </a:r>
            <a:endParaRPr lang="en-US" sz="2000" b="1" dirty="0"/>
          </a:p>
          <a:p>
            <a:pPr algn="ctr"/>
            <a:r>
              <a:rPr lang="en-US" sz="1400" dirty="0"/>
              <a:t>Delivery Operations Lead</a:t>
            </a:r>
          </a:p>
        </p:txBody>
      </p:sp>
      <p:sp>
        <p:nvSpPr>
          <p:cNvPr id="14" name="Slide Number Placeholder 1">
            <a:extLst>
              <a:ext uri="{FF2B5EF4-FFF2-40B4-BE49-F238E27FC236}">
                <a16:creationId xmlns:a16="http://schemas.microsoft.com/office/drawing/2014/main" id="{DB2BAA55-79E7-D2F5-1B49-136982937178}"/>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a:t>
            </a:fld>
            <a:endParaRPr lang="en-US"/>
          </a:p>
        </p:txBody>
      </p:sp>
      <p:pic>
        <p:nvPicPr>
          <p:cNvPr id="15" name="Picture 14">
            <a:extLst>
              <a:ext uri="{FF2B5EF4-FFF2-40B4-BE49-F238E27FC236}">
                <a16:creationId xmlns:a16="http://schemas.microsoft.com/office/drawing/2014/main" id="{2B1DF988-98B6-DE70-3867-423DF5679684}"/>
              </a:ext>
            </a:extLst>
          </p:cNvPr>
          <p:cNvPicPr>
            <a:picLocks noChangeAspect="1"/>
          </p:cNvPicPr>
          <p:nvPr/>
        </p:nvPicPr>
        <p:blipFill>
          <a:blip r:embed="rId8"/>
          <a:stretch>
            <a:fillRect/>
          </a:stretch>
        </p:blipFill>
        <p:spPr>
          <a:xfrm>
            <a:off x="324613" y="6251223"/>
            <a:ext cx="970787" cy="350820"/>
          </a:xfrm>
          <a:prstGeom prst="rect">
            <a:avLst/>
          </a:prstGeom>
        </p:spPr>
      </p:pic>
    </p:spTree>
    <p:extLst>
      <p:ext uri="{BB962C8B-B14F-4D97-AF65-F5344CB8AC3E}">
        <p14:creationId xmlns:p14="http://schemas.microsoft.com/office/powerpoint/2010/main" val="3297557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cxnSp>
        <p:nvCxnSpPr>
          <p:cNvPr id="563" name="Google Shape;563;p2"/>
          <p:cNvCxnSpPr/>
          <p:nvPr/>
        </p:nvCxnSpPr>
        <p:spPr>
          <a:xfrm>
            <a:off x="6526924" y="-15763"/>
            <a:ext cx="63062" cy="6873763"/>
          </a:xfrm>
          <a:prstGeom prst="straightConnector1">
            <a:avLst/>
          </a:prstGeom>
          <a:noFill/>
          <a:ln w="9525" cap="flat" cmpd="sng">
            <a:solidFill>
              <a:srgbClr val="538321"/>
            </a:solidFill>
            <a:prstDash val="solid"/>
            <a:miter lim="800000"/>
            <a:headEnd type="none" w="sm" len="sm"/>
            <a:tailEnd type="none" w="sm" len="sm"/>
          </a:ln>
        </p:spPr>
      </p:cxnSp>
      <p:sp>
        <p:nvSpPr>
          <p:cNvPr id="564" name="Google Shape;564;p2"/>
          <p:cNvSpPr txBox="1">
            <a:spLocks noGrp="1"/>
          </p:cNvSpPr>
          <p:nvPr>
            <p:ph type="title"/>
          </p:nvPr>
        </p:nvSpPr>
        <p:spPr>
          <a:xfrm>
            <a:off x="2047732" y="2998533"/>
            <a:ext cx="1962076" cy="553998"/>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dk1"/>
              </a:buClr>
              <a:buSzPts val="4000"/>
              <a:buFont typeface="Avenir"/>
              <a:buNone/>
            </a:pPr>
            <a:r>
              <a:rPr lang="en-US" sz="4000" b="1" dirty="0">
                <a:latin typeface="Avenir Next LT Pro" panose="020B0504020202020204" pitchFamily="34" charset="0"/>
                <a:ea typeface="Avenir"/>
                <a:cs typeface="Arial" panose="020B0604020202020204" pitchFamily="34" charset="0"/>
                <a:sym typeface="Avenir"/>
              </a:rPr>
              <a:t>Agenda</a:t>
            </a:r>
            <a:endParaRPr lang="en-US" dirty="0">
              <a:latin typeface="Avenir Next LT Pro" panose="020B0504020202020204" pitchFamily="34" charset="0"/>
            </a:endParaRPr>
          </a:p>
        </p:txBody>
      </p:sp>
      <p:sp>
        <p:nvSpPr>
          <p:cNvPr id="567" name="Google Shape;56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latin typeface="+mj-lt"/>
              </a:rPr>
              <a:t>3</a:t>
            </a:fld>
            <a:endParaRPr>
              <a:latin typeface="+mj-lt"/>
            </a:endParaRPr>
          </a:p>
        </p:txBody>
      </p:sp>
      <p:sp>
        <p:nvSpPr>
          <p:cNvPr id="568" name="Google Shape;568;p2"/>
          <p:cNvSpPr/>
          <p:nvPr/>
        </p:nvSpPr>
        <p:spPr>
          <a:xfrm>
            <a:off x="6330581" y="3293473"/>
            <a:ext cx="457198" cy="457198"/>
          </a:xfrm>
          <a:prstGeom prst="ellipse">
            <a:avLst/>
          </a:prstGeom>
          <a:solidFill>
            <a:srgbClr val="538321"/>
          </a:solidFill>
          <a:ln>
            <a:noFill/>
          </a:ln>
        </p:spPr>
        <p:txBody>
          <a:bodyPr spcFirstLastPara="1" wrap="square" lIns="91425" tIns="45700" rIns="91425" bIns="45700" anchor="ctr" anchorCtr="0">
            <a:noAutofit/>
          </a:bodyPr>
          <a:lstStyle/>
          <a:p>
            <a:pPr algn="ctr">
              <a:buClr>
                <a:schemeClr val="lt1"/>
              </a:buClr>
              <a:buSzPts val="1800"/>
            </a:pPr>
            <a:endParaRPr sz="1800">
              <a:solidFill>
                <a:srgbClr val="FFFFFF"/>
              </a:solidFill>
              <a:latin typeface="+mj-lt"/>
            </a:endParaRPr>
          </a:p>
        </p:txBody>
      </p:sp>
      <p:sp>
        <p:nvSpPr>
          <p:cNvPr id="569" name="Google Shape;569;p2"/>
          <p:cNvSpPr txBox="1"/>
          <p:nvPr/>
        </p:nvSpPr>
        <p:spPr>
          <a:xfrm>
            <a:off x="6992113" y="3293473"/>
            <a:ext cx="3801099" cy="45719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Quattrocento Sans"/>
              <a:buNone/>
            </a:pPr>
            <a:r>
              <a:rPr lang="en-US" sz="1600" dirty="0">
                <a:solidFill>
                  <a:srgbClr val="000000"/>
                </a:solidFill>
                <a:latin typeface="Avenir Next LT Pro" panose="020B0504020202020204" pitchFamily="34" charset="0"/>
                <a:ea typeface="Arial"/>
                <a:cs typeface="Arial"/>
                <a:sym typeface="Quattrocento Sans"/>
              </a:rPr>
              <a:t>Our r</a:t>
            </a:r>
            <a:r>
              <a:rPr lang="en-US" sz="1600" b="0" i="0" u="none" strike="noStrike" cap="none" dirty="0">
                <a:solidFill>
                  <a:srgbClr val="000000"/>
                </a:solidFill>
                <a:latin typeface="Avenir Next LT Pro" panose="020B0504020202020204" pitchFamily="34" charset="0"/>
                <a:ea typeface="Arial"/>
                <a:cs typeface="Arial"/>
                <a:sym typeface="Quattrocento Sans"/>
              </a:rPr>
              <a:t>ecommended solution</a:t>
            </a:r>
            <a:endParaRPr lang="en-US" sz="1600" b="0" i="0" u="none" strike="noStrike" cap="none" dirty="0">
              <a:solidFill>
                <a:srgbClr val="000000"/>
              </a:solidFill>
              <a:latin typeface="Avenir Next LT Pro" panose="020B0504020202020204" pitchFamily="34" charset="0"/>
              <a:ea typeface="Arial"/>
              <a:cs typeface="Arial"/>
              <a:sym typeface="Arial"/>
            </a:endParaRPr>
          </a:p>
        </p:txBody>
      </p:sp>
      <p:sp>
        <p:nvSpPr>
          <p:cNvPr id="570" name="Google Shape;570;p2"/>
          <p:cNvSpPr/>
          <p:nvPr/>
        </p:nvSpPr>
        <p:spPr>
          <a:xfrm>
            <a:off x="6330581" y="4219904"/>
            <a:ext cx="457198" cy="457198"/>
          </a:xfrm>
          <a:prstGeom prst="ellipse">
            <a:avLst/>
          </a:prstGeom>
          <a:solidFill>
            <a:srgbClr val="538321"/>
          </a:solidFill>
          <a:ln>
            <a:noFill/>
          </a:ln>
        </p:spPr>
        <p:txBody>
          <a:bodyPr spcFirstLastPara="1" wrap="square" lIns="91425" tIns="45700" rIns="91425" bIns="45700" anchor="ctr" anchorCtr="0">
            <a:noAutofit/>
          </a:bodyPr>
          <a:lstStyle/>
          <a:p>
            <a:pPr algn="ctr">
              <a:buClr>
                <a:schemeClr val="lt1"/>
              </a:buClr>
              <a:buSzPts val="1800"/>
            </a:pPr>
            <a:endParaRPr sz="1800">
              <a:solidFill>
                <a:srgbClr val="FFFFFF"/>
              </a:solidFill>
              <a:latin typeface="+mj-lt"/>
            </a:endParaRPr>
          </a:p>
        </p:txBody>
      </p:sp>
      <p:sp>
        <p:nvSpPr>
          <p:cNvPr id="571" name="Google Shape;571;p2"/>
          <p:cNvSpPr txBox="1"/>
          <p:nvPr/>
        </p:nvSpPr>
        <p:spPr>
          <a:xfrm>
            <a:off x="6992113" y="4219904"/>
            <a:ext cx="3801099" cy="45719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Quattrocento Sans"/>
              <a:buNone/>
            </a:pPr>
            <a:r>
              <a:rPr lang="en-US" sz="1600" dirty="0">
                <a:latin typeface="Avenir Next LT Pro" panose="020B0504020202020204" pitchFamily="34" charset="0"/>
                <a:ea typeface="Quattrocento Sans"/>
                <a:cs typeface="Quattrocento Sans"/>
                <a:sym typeface="Quattrocento Sans"/>
              </a:rPr>
              <a:t>Timeline, team, investment summary</a:t>
            </a:r>
            <a:endParaRPr lang="en-US" sz="1600" b="0" i="0" u="none" strike="noStrike" cap="none" dirty="0">
              <a:solidFill>
                <a:srgbClr val="000000"/>
              </a:solidFill>
              <a:latin typeface="Avenir Next LT Pro" panose="020B0504020202020204" pitchFamily="34" charset="0"/>
              <a:ea typeface="Arial"/>
              <a:cs typeface="Arial"/>
              <a:sym typeface="Arial"/>
            </a:endParaRPr>
          </a:p>
        </p:txBody>
      </p:sp>
      <p:sp>
        <p:nvSpPr>
          <p:cNvPr id="2" name="Google Shape;568;p2">
            <a:extLst>
              <a:ext uri="{FF2B5EF4-FFF2-40B4-BE49-F238E27FC236}">
                <a16:creationId xmlns:a16="http://schemas.microsoft.com/office/drawing/2014/main" id="{8E74B2D1-A62C-9C62-8F32-2A1FE1FC1DBB}"/>
              </a:ext>
            </a:extLst>
          </p:cNvPr>
          <p:cNvSpPr/>
          <p:nvPr/>
        </p:nvSpPr>
        <p:spPr>
          <a:xfrm>
            <a:off x="6330581" y="2367042"/>
            <a:ext cx="457198" cy="457198"/>
          </a:xfrm>
          <a:prstGeom prst="ellipse">
            <a:avLst/>
          </a:prstGeom>
          <a:solidFill>
            <a:srgbClr val="5383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lt"/>
              <a:ea typeface="Arial"/>
              <a:cs typeface="Arial"/>
              <a:sym typeface="Arial"/>
            </a:endParaRPr>
          </a:p>
        </p:txBody>
      </p:sp>
      <p:sp>
        <p:nvSpPr>
          <p:cNvPr id="3" name="Google Shape;569;p2">
            <a:extLst>
              <a:ext uri="{FF2B5EF4-FFF2-40B4-BE49-F238E27FC236}">
                <a16:creationId xmlns:a16="http://schemas.microsoft.com/office/drawing/2014/main" id="{7D2A1907-2ADB-E756-6092-0CAC7E579C76}"/>
              </a:ext>
            </a:extLst>
          </p:cNvPr>
          <p:cNvSpPr txBox="1"/>
          <p:nvPr/>
        </p:nvSpPr>
        <p:spPr>
          <a:xfrm>
            <a:off x="6943986" y="2367042"/>
            <a:ext cx="3801099" cy="45719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Quattrocento Sans"/>
              <a:buNone/>
            </a:pPr>
            <a:r>
              <a:rPr lang="en-US" sz="1600" b="0" i="0" u="none" strike="noStrike" cap="none" dirty="0">
                <a:solidFill>
                  <a:srgbClr val="000000"/>
                </a:solidFill>
                <a:latin typeface="Avenir Next LT Pro" panose="020B0504020202020204" pitchFamily="34" charset="0"/>
                <a:ea typeface="Quattrocento Sans"/>
                <a:cs typeface="Quattrocento Sans"/>
                <a:sym typeface="Quattrocento Sans"/>
              </a:rPr>
              <a:t>Our understanding of your objectives</a:t>
            </a:r>
            <a:endParaRPr lang="en-US" sz="1600" b="0" i="0" u="none" strike="noStrike" cap="none" dirty="0">
              <a:solidFill>
                <a:srgbClr val="000000"/>
              </a:solidFill>
              <a:latin typeface="Avenir Next LT Pro" panose="020B0504020202020204" pitchFamily="34" charset="0"/>
              <a:ea typeface="Arial"/>
              <a:cs typeface="Arial"/>
              <a:sym typeface="Arial"/>
            </a:endParaRPr>
          </a:p>
        </p:txBody>
      </p:sp>
      <p:pic>
        <p:nvPicPr>
          <p:cNvPr id="4" name="Picture 3">
            <a:extLst>
              <a:ext uri="{FF2B5EF4-FFF2-40B4-BE49-F238E27FC236}">
                <a16:creationId xmlns:a16="http://schemas.microsoft.com/office/drawing/2014/main" id="{89E543EC-0595-A625-57E6-8926570D9F3D}"/>
              </a:ext>
            </a:extLst>
          </p:cNvPr>
          <p:cNvPicPr>
            <a:picLocks noChangeAspect="1"/>
          </p:cNvPicPr>
          <p:nvPr/>
        </p:nvPicPr>
        <p:blipFill>
          <a:blip r:embed="rId3"/>
          <a:stretch>
            <a:fillRect/>
          </a:stretch>
        </p:blipFill>
        <p:spPr>
          <a:xfrm>
            <a:off x="324613" y="6251223"/>
            <a:ext cx="970787" cy="3508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8">
          <a:extLst>
            <a:ext uri="{FF2B5EF4-FFF2-40B4-BE49-F238E27FC236}">
              <a16:creationId xmlns:a16="http://schemas.microsoft.com/office/drawing/2014/main" id="{4A00F732-5B1B-2C0E-BB6C-18288449F175}"/>
            </a:ext>
          </a:extLst>
        </p:cNvPr>
        <p:cNvGrpSpPr/>
        <p:nvPr/>
      </p:nvGrpSpPr>
      <p:grpSpPr>
        <a:xfrm>
          <a:off x="0" y="0"/>
          <a:ext cx="0" cy="0"/>
          <a:chOff x="0" y="0"/>
          <a:chExt cx="0" cy="0"/>
        </a:xfrm>
      </p:grpSpPr>
      <p:sp>
        <p:nvSpPr>
          <p:cNvPr id="681" name="Google Shape;681;p5">
            <a:extLst>
              <a:ext uri="{FF2B5EF4-FFF2-40B4-BE49-F238E27FC236}">
                <a16:creationId xmlns:a16="http://schemas.microsoft.com/office/drawing/2014/main" id="{F4FE5832-52DD-7E40-C41C-37F955D079F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latin typeface="+mj-lt"/>
              </a:rPr>
              <a:t>4</a:t>
            </a:fld>
            <a:endParaRPr>
              <a:latin typeface="+mj-lt"/>
            </a:endParaRPr>
          </a:p>
        </p:txBody>
      </p:sp>
      <p:sp>
        <p:nvSpPr>
          <p:cNvPr id="686" name="Google Shape;686;p5">
            <a:extLst>
              <a:ext uri="{FF2B5EF4-FFF2-40B4-BE49-F238E27FC236}">
                <a16:creationId xmlns:a16="http://schemas.microsoft.com/office/drawing/2014/main" id="{506C1F47-2F4F-2C8E-0E42-CB876809E914}"/>
              </a:ext>
            </a:extLst>
          </p:cNvPr>
          <p:cNvSpPr txBox="1"/>
          <p:nvPr/>
        </p:nvSpPr>
        <p:spPr>
          <a:xfrm>
            <a:off x="805992" y="2147788"/>
            <a:ext cx="4476441" cy="2537423"/>
          </a:xfrm>
          <a:prstGeom prst="rect">
            <a:avLst/>
          </a:prstGeom>
          <a:noFill/>
          <a:ln>
            <a:noFill/>
          </a:ln>
        </p:spPr>
        <p:txBody>
          <a:bodyPr spcFirstLastPara="1" wrap="square" lIns="91425" tIns="45700" rIns="91425" bIns="45700" anchor="t" anchorCtr="0">
            <a:noAutofit/>
          </a:bodyPr>
          <a:lstStyle/>
          <a:p>
            <a:pPr marL="342900" indent="-342900">
              <a:lnSpc>
                <a:spcPct val="150000"/>
              </a:lnSpc>
              <a:spcBef>
                <a:spcPts val="600"/>
              </a:spcBef>
              <a:buClr>
                <a:srgbClr val="538321"/>
              </a:buClr>
              <a:buSzPts val="1200"/>
              <a:buFont typeface="+mj-lt"/>
              <a:buAutoNum type="arabicPeriod"/>
            </a:pPr>
            <a:r>
              <a:rPr lang="en-US" sz="1050" dirty="0">
                <a:solidFill>
                  <a:schemeClr val="dk1"/>
                </a:solidFill>
                <a:latin typeface="Avenir Next LT Pro" panose="020B0504020202020204" pitchFamily="34" charset="0"/>
                <a:ea typeface="Open Sans"/>
                <a:cs typeface="Open Sans"/>
                <a:sym typeface="Open Sans"/>
              </a:rPr>
              <a:t>Enable self-service for marketing to offload IT.</a:t>
            </a:r>
          </a:p>
          <a:p>
            <a:pPr marL="342900" indent="-342900">
              <a:lnSpc>
                <a:spcPct val="150000"/>
              </a:lnSpc>
              <a:spcBef>
                <a:spcPts val="600"/>
              </a:spcBef>
              <a:buClr>
                <a:srgbClr val="538321"/>
              </a:buClr>
              <a:buSzPts val="1200"/>
              <a:buFont typeface="+mj-lt"/>
              <a:buAutoNum type="arabicPeriod"/>
            </a:pPr>
            <a:r>
              <a:rPr lang="en-US" sz="1050" dirty="0">
                <a:solidFill>
                  <a:schemeClr val="dk1"/>
                </a:solidFill>
                <a:latin typeface="Avenir Next LT Pro" panose="020B0504020202020204" pitchFamily="34" charset="0"/>
                <a:ea typeface="Open Sans"/>
                <a:cs typeface="Open Sans"/>
                <a:sym typeface="Open Sans"/>
              </a:rPr>
              <a:t>Modernize the technology stack to reduce maintenance and support cost.</a:t>
            </a:r>
          </a:p>
          <a:p>
            <a:pPr marL="342900" indent="-342900">
              <a:lnSpc>
                <a:spcPct val="150000"/>
              </a:lnSpc>
              <a:spcBef>
                <a:spcPts val="600"/>
              </a:spcBef>
              <a:buClr>
                <a:srgbClr val="538321"/>
              </a:buClr>
              <a:buSzPts val="1200"/>
              <a:buFont typeface="+mj-lt"/>
              <a:buAutoNum type="arabicPeriod"/>
            </a:pPr>
            <a:r>
              <a:rPr lang="en-US" sz="1050" dirty="0">
                <a:solidFill>
                  <a:schemeClr val="dk1"/>
                </a:solidFill>
                <a:latin typeface="Avenir Next LT Pro" panose="020B0504020202020204" pitchFamily="34" charset="0"/>
                <a:ea typeface="Open Sans"/>
                <a:cs typeface="Open Sans"/>
                <a:sym typeface="Open Sans"/>
              </a:rPr>
              <a:t>Speed up new feature releases and content authoring.</a:t>
            </a:r>
          </a:p>
          <a:p>
            <a:pPr marL="342900" indent="-342900">
              <a:lnSpc>
                <a:spcPct val="150000"/>
              </a:lnSpc>
              <a:spcBef>
                <a:spcPts val="600"/>
              </a:spcBef>
              <a:buClr>
                <a:srgbClr val="538321"/>
              </a:buClr>
              <a:buSzPts val="1200"/>
              <a:buFont typeface="+mj-lt"/>
              <a:buAutoNum type="arabicPeriod"/>
            </a:pPr>
            <a:r>
              <a:rPr lang="en-US" sz="1050" dirty="0">
                <a:solidFill>
                  <a:schemeClr val="dk1"/>
                </a:solidFill>
                <a:latin typeface="Avenir Next LT Pro" panose="020B0504020202020204" pitchFamily="34" charset="0"/>
                <a:ea typeface="Open Sans"/>
                <a:cs typeface="Open Sans"/>
                <a:sym typeface="Open Sans"/>
              </a:rPr>
              <a:t>Improve user engagement with an enhanced search.</a:t>
            </a:r>
          </a:p>
          <a:p>
            <a:pPr marL="342900" indent="-342900">
              <a:lnSpc>
                <a:spcPct val="150000"/>
              </a:lnSpc>
              <a:spcBef>
                <a:spcPts val="600"/>
              </a:spcBef>
              <a:buClr>
                <a:srgbClr val="538321"/>
              </a:buClr>
              <a:buSzPts val="1200"/>
              <a:buFont typeface="+mj-lt"/>
              <a:buAutoNum type="arabicPeriod"/>
            </a:pPr>
            <a:r>
              <a:rPr lang="en-US" sz="1050" dirty="0">
                <a:solidFill>
                  <a:schemeClr val="dk1"/>
                </a:solidFill>
                <a:latin typeface="Avenir Next LT Pro" panose="020B0504020202020204" pitchFamily="34" charset="0"/>
                <a:ea typeface="Open Sans"/>
                <a:cs typeface="Open Sans"/>
                <a:sym typeface="Open Sans"/>
              </a:rPr>
              <a:t>Activate accurate and holistic user analytics.</a:t>
            </a:r>
          </a:p>
          <a:p>
            <a:pPr>
              <a:lnSpc>
                <a:spcPct val="150000"/>
              </a:lnSpc>
              <a:spcBef>
                <a:spcPts val="600"/>
              </a:spcBef>
              <a:buClr>
                <a:schemeClr val="accent1"/>
              </a:buClr>
              <a:buSzPts val="1200"/>
            </a:pPr>
            <a:endParaRPr lang="en-US" sz="1050" dirty="0">
              <a:solidFill>
                <a:schemeClr val="dk1"/>
              </a:solidFill>
              <a:latin typeface="Avenir Next LT Pro" panose="020B0504020202020204" pitchFamily="34" charset="0"/>
              <a:ea typeface="Open Sans"/>
              <a:cs typeface="Open Sans"/>
              <a:sym typeface="Open Sans"/>
            </a:endParaRPr>
          </a:p>
          <a:p>
            <a:pPr>
              <a:lnSpc>
                <a:spcPct val="150000"/>
              </a:lnSpc>
              <a:spcBef>
                <a:spcPts val="600"/>
              </a:spcBef>
              <a:buClr>
                <a:schemeClr val="accent1"/>
              </a:buClr>
              <a:buSzPts val="1200"/>
            </a:pPr>
            <a:r>
              <a:rPr lang="en-US" sz="1050" b="1" dirty="0">
                <a:solidFill>
                  <a:schemeClr val="dk1"/>
                </a:solidFill>
                <a:latin typeface="Avenir Next LT Pro" panose="020B0504020202020204" pitchFamily="34" charset="0"/>
                <a:ea typeface="Open Sans"/>
                <a:cs typeface="Open Sans"/>
                <a:sym typeface="Open Sans"/>
              </a:rPr>
              <a:t> </a:t>
            </a:r>
            <a:endParaRPr lang="en-US" sz="1050" b="0" i="0" u="none" strike="noStrike" cap="none" dirty="0">
              <a:solidFill>
                <a:schemeClr val="dk1"/>
              </a:solidFill>
              <a:latin typeface="Avenir Next LT Pro" panose="020B0504020202020204" pitchFamily="34" charset="0"/>
              <a:ea typeface="Open Sans"/>
              <a:cs typeface="Open Sans"/>
            </a:endParaRPr>
          </a:p>
        </p:txBody>
      </p:sp>
      <p:sp>
        <p:nvSpPr>
          <p:cNvPr id="687" name="Google Shape;687;p5">
            <a:extLst>
              <a:ext uri="{FF2B5EF4-FFF2-40B4-BE49-F238E27FC236}">
                <a16:creationId xmlns:a16="http://schemas.microsoft.com/office/drawing/2014/main" id="{85D64028-6515-384B-FE6C-C223989C0FAC}"/>
              </a:ext>
            </a:extLst>
          </p:cNvPr>
          <p:cNvSpPr txBox="1"/>
          <p:nvPr/>
        </p:nvSpPr>
        <p:spPr>
          <a:xfrm>
            <a:off x="483389" y="879174"/>
            <a:ext cx="5036668" cy="6647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1"/>
              </a:buClr>
              <a:buSzPts val="2400"/>
              <a:buFont typeface="Avenir"/>
              <a:buNone/>
            </a:pPr>
            <a:r>
              <a:rPr lang="en-US" sz="2400" b="1" i="0" u="none" strike="noStrike" cap="none" dirty="0">
                <a:solidFill>
                  <a:schemeClr val="dk1"/>
                </a:solidFill>
                <a:latin typeface="Avenir Next LT Pro" panose="020B0504020202020204" pitchFamily="34" charset="0"/>
                <a:ea typeface="Avenir"/>
                <a:cs typeface="Arial" panose="020B0604020202020204" pitchFamily="34" charset="0"/>
                <a:sym typeface="Avenir"/>
              </a:rPr>
              <a:t>Our understanding of your objectives</a:t>
            </a:r>
            <a:endParaRPr lang="en-US" sz="1400" b="0" i="0" u="none" strike="noStrike" cap="none" dirty="0">
              <a:solidFill>
                <a:srgbClr val="000000"/>
              </a:solidFill>
              <a:latin typeface="Avenir Next LT Pro" panose="020B0504020202020204" pitchFamily="34" charset="0"/>
              <a:sym typeface="Arial"/>
            </a:endParaRPr>
          </a:p>
        </p:txBody>
      </p:sp>
      <p:pic>
        <p:nvPicPr>
          <p:cNvPr id="7" name="Picture 6">
            <a:extLst>
              <a:ext uri="{FF2B5EF4-FFF2-40B4-BE49-F238E27FC236}">
                <a16:creationId xmlns:a16="http://schemas.microsoft.com/office/drawing/2014/main" id="{4ABBCC8E-FD67-3A77-75C2-F94C5386E446}"/>
              </a:ext>
            </a:extLst>
          </p:cNvPr>
          <p:cNvPicPr>
            <a:picLocks noChangeAspect="1"/>
          </p:cNvPicPr>
          <p:nvPr/>
        </p:nvPicPr>
        <p:blipFill>
          <a:blip r:embed="rId3"/>
          <a:srcRect b="22519"/>
          <a:stretch>
            <a:fillRect/>
          </a:stretch>
        </p:blipFill>
        <p:spPr>
          <a:xfrm>
            <a:off x="5757681" y="969438"/>
            <a:ext cx="8352526" cy="5313666"/>
          </a:xfrm>
          <a:prstGeom prst="rect">
            <a:avLst/>
          </a:prstGeom>
        </p:spPr>
      </p:pic>
      <p:pic>
        <p:nvPicPr>
          <p:cNvPr id="2" name="Picture 1" descr="A black screen with a black background&#10;&#10;AI-generated content may be incorrect.">
            <a:extLst>
              <a:ext uri="{FF2B5EF4-FFF2-40B4-BE49-F238E27FC236}">
                <a16:creationId xmlns:a16="http://schemas.microsoft.com/office/drawing/2014/main" id="{5BB04119-A447-1B37-C481-4A62E2C577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3025" y="850262"/>
            <a:ext cx="9713904" cy="5918332"/>
          </a:xfrm>
          <a:prstGeom prst="rect">
            <a:avLst/>
          </a:prstGeom>
        </p:spPr>
      </p:pic>
      <p:pic>
        <p:nvPicPr>
          <p:cNvPr id="8" name="Picture 7">
            <a:extLst>
              <a:ext uri="{FF2B5EF4-FFF2-40B4-BE49-F238E27FC236}">
                <a16:creationId xmlns:a16="http://schemas.microsoft.com/office/drawing/2014/main" id="{B6063C1C-A0FD-A9DA-04A0-E7A689F31056}"/>
              </a:ext>
            </a:extLst>
          </p:cNvPr>
          <p:cNvPicPr>
            <a:picLocks noChangeAspect="1"/>
          </p:cNvPicPr>
          <p:nvPr/>
        </p:nvPicPr>
        <p:blipFill>
          <a:blip r:embed="rId5"/>
          <a:stretch>
            <a:fillRect/>
          </a:stretch>
        </p:blipFill>
        <p:spPr>
          <a:xfrm>
            <a:off x="324613" y="6251223"/>
            <a:ext cx="970787" cy="350820"/>
          </a:xfrm>
          <a:prstGeom prst="rect">
            <a:avLst/>
          </a:prstGeom>
        </p:spPr>
      </p:pic>
    </p:spTree>
    <p:extLst>
      <p:ext uri="{BB962C8B-B14F-4D97-AF65-F5344CB8AC3E}">
        <p14:creationId xmlns:p14="http://schemas.microsoft.com/office/powerpoint/2010/main" val="377851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13" name="Google Shape;563;p4"/>
          <p:cNvSpPr/>
          <p:nvPr/>
        </p:nvSpPr>
        <p:spPr>
          <a:xfrm>
            <a:off x="5246065" y="2583305"/>
            <a:ext cx="2048311" cy="2087050"/>
          </a:xfrm>
          <a:custGeom>
            <a:avLst/>
            <a:gdLst/>
            <a:ahLst/>
            <a:cxnLst/>
            <a:rect l="l" t="t" r="r" b="b"/>
            <a:pathLst>
              <a:path w="1179" h="1202" extrusionOk="0">
                <a:moveTo>
                  <a:pt x="602" y="0"/>
                </a:moveTo>
                <a:cubicBezTo>
                  <a:pt x="757" y="0"/>
                  <a:pt x="899" y="59"/>
                  <a:pt x="1006" y="156"/>
                </a:cubicBezTo>
                <a:cubicBezTo>
                  <a:pt x="984" y="165"/>
                  <a:pt x="984" y="165"/>
                  <a:pt x="984" y="165"/>
                </a:cubicBezTo>
                <a:cubicBezTo>
                  <a:pt x="972" y="178"/>
                  <a:pt x="972" y="178"/>
                  <a:pt x="972" y="178"/>
                </a:cubicBezTo>
                <a:cubicBezTo>
                  <a:pt x="974" y="193"/>
                  <a:pt x="974" y="193"/>
                  <a:pt x="974" y="193"/>
                </a:cubicBezTo>
                <a:cubicBezTo>
                  <a:pt x="990" y="195"/>
                  <a:pt x="990" y="195"/>
                  <a:pt x="990" y="195"/>
                </a:cubicBezTo>
                <a:cubicBezTo>
                  <a:pt x="999" y="217"/>
                  <a:pt x="999" y="217"/>
                  <a:pt x="999" y="217"/>
                </a:cubicBezTo>
                <a:cubicBezTo>
                  <a:pt x="1024" y="206"/>
                  <a:pt x="1024" y="206"/>
                  <a:pt x="1024" y="206"/>
                </a:cubicBezTo>
                <a:cubicBezTo>
                  <a:pt x="1027" y="236"/>
                  <a:pt x="1027" y="236"/>
                  <a:pt x="1027" y="236"/>
                </a:cubicBezTo>
                <a:cubicBezTo>
                  <a:pt x="1020" y="236"/>
                  <a:pt x="1020" y="236"/>
                  <a:pt x="1020" y="236"/>
                </a:cubicBezTo>
                <a:cubicBezTo>
                  <a:pt x="999" y="233"/>
                  <a:pt x="999" y="233"/>
                  <a:pt x="999" y="233"/>
                </a:cubicBezTo>
                <a:cubicBezTo>
                  <a:pt x="976" y="237"/>
                  <a:pt x="976" y="237"/>
                  <a:pt x="976" y="237"/>
                </a:cubicBezTo>
                <a:cubicBezTo>
                  <a:pt x="954" y="268"/>
                  <a:pt x="954" y="268"/>
                  <a:pt x="954" y="268"/>
                </a:cubicBezTo>
                <a:cubicBezTo>
                  <a:pt x="922" y="273"/>
                  <a:pt x="922" y="273"/>
                  <a:pt x="922" y="273"/>
                </a:cubicBezTo>
                <a:cubicBezTo>
                  <a:pt x="918" y="300"/>
                  <a:pt x="918" y="300"/>
                  <a:pt x="918" y="300"/>
                </a:cubicBezTo>
                <a:cubicBezTo>
                  <a:pt x="931" y="303"/>
                  <a:pt x="931" y="303"/>
                  <a:pt x="931" y="303"/>
                </a:cubicBezTo>
                <a:cubicBezTo>
                  <a:pt x="927" y="321"/>
                  <a:pt x="927" y="321"/>
                  <a:pt x="927" y="321"/>
                </a:cubicBezTo>
                <a:cubicBezTo>
                  <a:pt x="896" y="315"/>
                  <a:pt x="896" y="315"/>
                  <a:pt x="896" y="315"/>
                </a:cubicBezTo>
                <a:cubicBezTo>
                  <a:pt x="867" y="321"/>
                  <a:pt x="867" y="321"/>
                  <a:pt x="867" y="321"/>
                </a:cubicBezTo>
                <a:cubicBezTo>
                  <a:pt x="861" y="337"/>
                  <a:pt x="861" y="337"/>
                  <a:pt x="861" y="337"/>
                </a:cubicBezTo>
                <a:cubicBezTo>
                  <a:pt x="866" y="371"/>
                  <a:pt x="866" y="371"/>
                  <a:pt x="866" y="371"/>
                </a:cubicBezTo>
                <a:cubicBezTo>
                  <a:pt x="883" y="379"/>
                  <a:pt x="883" y="379"/>
                  <a:pt x="883" y="379"/>
                </a:cubicBezTo>
                <a:cubicBezTo>
                  <a:pt x="911" y="378"/>
                  <a:pt x="911" y="378"/>
                  <a:pt x="911" y="378"/>
                </a:cubicBezTo>
                <a:cubicBezTo>
                  <a:pt x="930" y="377"/>
                  <a:pt x="930" y="377"/>
                  <a:pt x="930" y="377"/>
                </a:cubicBezTo>
                <a:cubicBezTo>
                  <a:pt x="937" y="362"/>
                  <a:pt x="937" y="362"/>
                  <a:pt x="937" y="362"/>
                </a:cubicBezTo>
                <a:cubicBezTo>
                  <a:pt x="966" y="322"/>
                  <a:pt x="966" y="322"/>
                  <a:pt x="966" y="322"/>
                </a:cubicBezTo>
                <a:cubicBezTo>
                  <a:pt x="986" y="327"/>
                  <a:pt x="986" y="327"/>
                  <a:pt x="986" y="327"/>
                </a:cubicBezTo>
                <a:cubicBezTo>
                  <a:pt x="1005" y="309"/>
                  <a:pt x="1005" y="309"/>
                  <a:pt x="1005" y="309"/>
                </a:cubicBezTo>
                <a:cubicBezTo>
                  <a:pt x="1009" y="323"/>
                  <a:pt x="1009" y="323"/>
                  <a:pt x="1009" y="323"/>
                </a:cubicBezTo>
                <a:cubicBezTo>
                  <a:pt x="1057" y="356"/>
                  <a:pt x="1057" y="356"/>
                  <a:pt x="1057" y="356"/>
                </a:cubicBezTo>
                <a:cubicBezTo>
                  <a:pt x="1052" y="363"/>
                  <a:pt x="1052" y="363"/>
                  <a:pt x="1052" y="363"/>
                </a:cubicBezTo>
                <a:cubicBezTo>
                  <a:pt x="1030" y="362"/>
                  <a:pt x="1030" y="362"/>
                  <a:pt x="1030" y="362"/>
                </a:cubicBezTo>
                <a:cubicBezTo>
                  <a:pt x="1038" y="374"/>
                  <a:pt x="1038" y="374"/>
                  <a:pt x="1038" y="374"/>
                </a:cubicBezTo>
                <a:cubicBezTo>
                  <a:pt x="1052" y="377"/>
                  <a:pt x="1052" y="377"/>
                  <a:pt x="1052" y="377"/>
                </a:cubicBezTo>
                <a:cubicBezTo>
                  <a:pt x="1067" y="370"/>
                  <a:pt x="1067" y="370"/>
                  <a:pt x="1067" y="370"/>
                </a:cubicBezTo>
                <a:cubicBezTo>
                  <a:pt x="1066" y="351"/>
                  <a:pt x="1066" y="351"/>
                  <a:pt x="1066" y="351"/>
                </a:cubicBezTo>
                <a:cubicBezTo>
                  <a:pt x="1074" y="348"/>
                  <a:pt x="1074" y="348"/>
                  <a:pt x="1074" y="348"/>
                </a:cubicBezTo>
                <a:cubicBezTo>
                  <a:pt x="1068" y="342"/>
                  <a:pt x="1068" y="342"/>
                  <a:pt x="1068" y="342"/>
                </a:cubicBezTo>
                <a:cubicBezTo>
                  <a:pt x="1036" y="325"/>
                  <a:pt x="1036" y="325"/>
                  <a:pt x="1036" y="325"/>
                </a:cubicBezTo>
                <a:cubicBezTo>
                  <a:pt x="1027" y="300"/>
                  <a:pt x="1027" y="300"/>
                  <a:pt x="1027" y="300"/>
                </a:cubicBezTo>
                <a:cubicBezTo>
                  <a:pt x="1054" y="300"/>
                  <a:pt x="1054" y="300"/>
                  <a:pt x="1054" y="300"/>
                </a:cubicBezTo>
                <a:cubicBezTo>
                  <a:pt x="1062" y="309"/>
                  <a:pt x="1062" y="309"/>
                  <a:pt x="1062" y="309"/>
                </a:cubicBezTo>
                <a:cubicBezTo>
                  <a:pt x="1086" y="329"/>
                  <a:pt x="1086" y="329"/>
                  <a:pt x="1086" y="329"/>
                </a:cubicBezTo>
                <a:cubicBezTo>
                  <a:pt x="1087" y="353"/>
                  <a:pt x="1087" y="353"/>
                  <a:pt x="1087" y="353"/>
                </a:cubicBezTo>
                <a:cubicBezTo>
                  <a:pt x="1110" y="378"/>
                  <a:pt x="1110" y="378"/>
                  <a:pt x="1110" y="378"/>
                </a:cubicBezTo>
                <a:cubicBezTo>
                  <a:pt x="1119" y="343"/>
                  <a:pt x="1119" y="343"/>
                  <a:pt x="1119" y="343"/>
                </a:cubicBezTo>
                <a:cubicBezTo>
                  <a:pt x="1136" y="334"/>
                  <a:pt x="1136" y="334"/>
                  <a:pt x="1136" y="334"/>
                </a:cubicBezTo>
                <a:cubicBezTo>
                  <a:pt x="1139" y="362"/>
                  <a:pt x="1139" y="362"/>
                  <a:pt x="1139" y="362"/>
                </a:cubicBezTo>
                <a:cubicBezTo>
                  <a:pt x="1155" y="380"/>
                  <a:pt x="1155" y="380"/>
                  <a:pt x="1155" y="380"/>
                </a:cubicBezTo>
                <a:cubicBezTo>
                  <a:pt x="1162" y="380"/>
                  <a:pt x="1162" y="380"/>
                  <a:pt x="1162" y="380"/>
                </a:cubicBezTo>
                <a:cubicBezTo>
                  <a:pt x="1168" y="396"/>
                  <a:pt x="1174" y="414"/>
                  <a:pt x="1179" y="431"/>
                </a:cubicBezTo>
                <a:cubicBezTo>
                  <a:pt x="1151" y="431"/>
                  <a:pt x="1151" y="431"/>
                  <a:pt x="1151" y="431"/>
                </a:cubicBezTo>
                <a:cubicBezTo>
                  <a:pt x="1121" y="409"/>
                  <a:pt x="1121" y="409"/>
                  <a:pt x="1121" y="409"/>
                </a:cubicBezTo>
                <a:cubicBezTo>
                  <a:pt x="1090" y="412"/>
                  <a:pt x="1090" y="412"/>
                  <a:pt x="1090" y="412"/>
                </a:cubicBezTo>
                <a:cubicBezTo>
                  <a:pt x="1090" y="431"/>
                  <a:pt x="1090" y="431"/>
                  <a:pt x="1090" y="431"/>
                </a:cubicBezTo>
                <a:cubicBezTo>
                  <a:pt x="1080" y="431"/>
                  <a:pt x="1080" y="431"/>
                  <a:pt x="1080" y="431"/>
                </a:cubicBezTo>
                <a:cubicBezTo>
                  <a:pt x="1069" y="424"/>
                  <a:pt x="1069" y="424"/>
                  <a:pt x="1069" y="424"/>
                </a:cubicBezTo>
                <a:cubicBezTo>
                  <a:pt x="1015" y="409"/>
                  <a:pt x="1015" y="409"/>
                  <a:pt x="1015" y="409"/>
                </a:cubicBezTo>
                <a:cubicBezTo>
                  <a:pt x="1015" y="375"/>
                  <a:pt x="1015" y="375"/>
                  <a:pt x="1015" y="375"/>
                </a:cubicBezTo>
                <a:cubicBezTo>
                  <a:pt x="946" y="380"/>
                  <a:pt x="946" y="380"/>
                  <a:pt x="946" y="380"/>
                </a:cubicBezTo>
                <a:cubicBezTo>
                  <a:pt x="924" y="391"/>
                  <a:pt x="924" y="391"/>
                  <a:pt x="924" y="391"/>
                </a:cubicBezTo>
                <a:cubicBezTo>
                  <a:pt x="896" y="391"/>
                  <a:pt x="896" y="391"/>
                  <a:pt x="896" y="391"/>
                </a:cubicBezTo>
                <a:cubicBezTo>
                  <a:pt x="883" y="390"/>
                  <a:pt x="883" y="390"/>
                  <a:pt x="883" y="390"/>
                </a:cubicBezTo>
                <a:cubicBezTo>
                  <a:pt x="850" y="409"/>
                  <a:pt x="850" y="409"/>
                  <a:pt x="850" y="409"/>
                </a:cubicBezTo>
                <a:cubicBezTo>
                  <a:pt x="850" y="443"/>
                  <a:pt x="850" y="443"/>
                  <a:pt x="850" y="443"/>
                </a:cubicBezTo>
                <a:cubicBezTo>
                  <a:pt x="782" y="493"/>
                  <a:pt x="782" y="493"/>
                  <a:pt x="782" y="493"/>
                </a:cubicBezTo>
                <a:cubicBezTo>
                  <a:pt x="788" y="513"/>
                  <a:pt x="788" y="513"/>
                  <a:pt x="788" y="513"/>
                </a:cubicBezTo>
                <a:cubicBezTo>
                  <a:pt x="802" y="513"/>
                  <a:pt x="802" y="513"/>
                  <a:pt x="802" y="513"/>
                </a:cubicBezTo>
                <a:cubicBezTo>
                  <a:pt x="798" y="533"/>
                  <a:pt x="798" y="533"/>
                  <a:pt x="798" y="533"/>
                </a:cubicBezTo>
                <a:cubicBezTo>
                  <a:pt x="788" y="537"/>
                  <a:pt x="788" y="537"/>
                  <a:pt x="788" y="537"/>
                </a:cubicBezTo>
                <a:cubicBezTo>
                  <a:pt x="788" y="589"/>
                  <a:pt x="788" y="589"/>
                  <a:pt x="788" y="589"/>
                </a:cubicBezTo>
                <a:cubicBezTo>
                  <a:pt x="846" y="656"/>
                  <a:pt x="846" y="656"/>
                  <a:pt x="846" y="656"/>
                </a:cubicBezTo>
                <a:cubicBezTo>
                  <a:pt x="872" y="656"/>
                  <a:pt x="872" y="656"/>
                  <a:pt x="872" y="656"/>
                </a:cubicBezTo>
                <a:cubicBezTo>
                  <a:pt x="874" y="652"/>
                  <a:pt x="874" y="652"/>
                  <a:pt x="874" y="652"/>
                </a:cubicBezTo>
                <a:cubicBezTo>
                  <a:pt x="919" y="652"/>
                  <a:pt x="919" y="652"/>
                  <a:pt x="919" y="652"/>
                </a:cubicBezTo>
                <a:cubicBezTo>
                  <a:pt x="933" y="639"/>
                  <a:pt x="933" y="639"/>
                  <a:pt x="933" y="639"/>
                </a:cubicBezTo>
                <a:cubicBezTo>
                  <a:pt x="959" y="639"/>
                  <a:pt x="959" y="639"/>
                  <a:pt x="959" y="639"/>
                </a:cubicBezTo>
                <a:cubicBezTo>
                  <a:pt x="973" y="653"/>
                  <a:pt x="973" y="653"/>
                  <a:pt x="973" y="653"/>
                </a:cubicBezTo>
                <a:cubicBezTo>
                  <a:pt x="1012" y="657"/>
                  <a:pt x="1012" y="657"/>
                  <a:pt x="1012" y="657"/>
                </a:cubicBezTo>
                <a:cubicBezTo>
                  <a:pt x="1007" y="709"/>
                  <a:pt x="1007" y="709"/>
                  <a:pt x="1007" y="709"/>
                </a:cubicBezTo>
                <a:cubicBezTo>
                  <a:pt x="1050" y="785"/>
                  <a:pt x="1050" y="785"/>
                  <a:pt x="1050" y="785"/>
                </a:cubicBezTo>
                <a:cubicBezTo>
                  <a:pt x="1027" y="829"/>
                  <a:pt x="1027" y="829"/>
                  <a:pt x="1027" y="829"/>
                </a:cubicBezTo>
                <a:cubicBezTo>
                  <a:pt x="1029" y="849"/>
                  <a:pt x="1029" y="849"/>
                  <a:pt x="1029" y="849"/>
                </a:cubicBezTo>
                <a:cubicBezTo>
                  <a:pt x="1046" y="867"/>
                  <a:pt x="1046" y="867"/>
                  <a:pt x="1046" y="867"/>
                </a:cubicBezTo>
                <a:cubicBezTo>
                  <a:pt x="1046" y="916"/>
                  <a:pt x="1046" y="916"/>
                  <a:pt x="1046" y="916"/>
                </a:cubicBezTo>
                <a:cubicBezTo>
                  <a:pt x="1070" y="947"/>
                  <a:pt x="1070" y="947"/>
                  <a:pt x="1070" y="947"/>
                </a:cubicBezTo>
                <a:cubicBezTo>
                  <a:pt x="1070" y="979"/>
                  <a:pt x="1070" y="979"/>
                  <a:pt x="1070" y="979"/>
                </a:cubicBezTo>
                <a:cubicBezTo>
                  <a:pt x="959" y="1115"/>
                  <a:pt x="790" y="1202"/>
                  <a:pt x="602" y="1202"/>
                </a:cubicBezTo>
                <a:cubicBezTo>
                  <a:pt x="290" y="1202"/>
                  <a:pt x="33" y="966"/>
                  <a:pt x="2" y="662"/>
                </a:cubicBezTo>
                <a:cubicBezTo>
                  <a:pt x="2" y="662"/>
                  <a:pt x="2" y="662"/>
                  <a:pt x="2" y="662"/>
                </a:cubicBezTo>
                <a:cubicBezTo>
                  <a:pt x="2" y="658"/>
                  <a:pt x="2" y="653"/>
                  <a:pt x="1" y="648"/>
                </a:cubicBezTo>
                <a:cubicBezTo>
                  <a:pt x="1" y="648"/>
                  <a:pt x="1" y="648"/>
                  <a:pt x="1" y="648"/>
                </a:cubicBezTo>
                <a:cubicBezTo>
                  <a:pt x="0" y="633"/>
                  <a:pt x="0" y="617"/>
                  <a:pt x="0" y="601"/>
                </a:cubicBezTo>
                <a:cubicBezTo>
                  <a:pt x="0" y="597"/>
                  <a:pt x="0" y="597"/>
                  <a:pt x="0" y="597"/>
                </a:cubicBezTo>
                <a:cubicBezTo>
                  <a:pt x="0" y="590"/>
                  <a:pt x="0" y="590"/>
                  <a:pt x="0" y="590"/>
                </a:cubicBezTo>
                <a:cubicBezTo>
                  <a:pt x="0" y="581"/>
                  <a:pt x="0" y="581"/>
                  <a:pt x="0" y="581"/>
                </a:cubicBezTo>
                <a:cubicBezTo>
                  <a:pt x="0" y="573"/>
                  <a:pt x="0" y="573"/>
                  <a:pt x="0" y="573"/>
                </a:cubicBezTo>
                <a:cubicBezTo>
                  <a:pt x="1" y="568"/>
                  <a:pt x="1" y="568"/>
                  <a:pt x="1" y="568"/>
                </a:cubicBezTo>
                <a:cubicBezTo>
                  <a:pt x="1" y="564"/>
                  <a:pt x="1" y="560"/>
                  <a:pt x="1" y="556"/>
                </a:cubicBezTo>
                <a:cubicBezTo>
                  <a:pt x="1" y="554"/>
                  <a:pt x="1" y="554"/>
                  <a:pt x="1" y="554"/>
                </a:cubicBezTo>
                <a:cubicBezTo>
                  <a:pt x="7" y="487"/>
                  <a:pt x="23" y="422"/>
                  <a:pt x="48" y="363"/>
                </a:cubicBezTo>
                <a:cubicBezTo>
                  <a:pt x="48" y="396"/>
                  <a:pt x="48" y="396"/>
                  <a:pt x="48" y="396"/>
                </a:cubicBezTo>
                <a:cubicBezTo>
                  <a:pt x="74" y="408"/>
                  <a:pt x="74" y="408"/>
                  <a:pt x="74" y="408"/>
                </a:cubicBezTo>
                <a:cubicBezTo>
                  <a:pt x="74" y="457"/>
                  <a:pt x="74" y="457"/>
                  <a:pt x="74" y="457"/>
                </a:cubicBezTo>
                <a:cubicBezTo>
                  <a:pt x="98" y="498"/>
                  <a:pt x="98" y="498"/>
                  <a:pt x="98" y="498"/>
                </a:cubicBezTo>
                <a:cubicBezTo>
                  <a:pt x="118" y="502"/>
                  <a:pt x="118" y="502"/>
                  <a:pt x="118" y="502"/>
                </a:cubicBezTo>
                <a:cubicBezTo>
                  <a:pt x="121" y="487"/>
                  <a:pt x="121" y="487"/>
                  <a:pt x="121" y="487"/>
                </a:cubicBezTo>
                <a:cubicBezTo>
                  <a:pt x="98" y="451"/>
                  <a:pt x="98" y="451"/>
                  <a:pt x="98" y="451"/>
                </a:cubicBezTo>
                <a:cubicBezTo>
                  <a:pt x="93" y="415"/>
                  <a:pt x="93" y="415"/>
                  <a:pt x="93" y="415"/>
                </a:cubicBezTo>
                <a:cubicBezTo>
                  <a:pt x="107" y="415"/>
                  <a:pt x="107" y="415"/>
                  <a:pt x="107" y="415"/>
                </a:cubicBezTo>
                <a:cubicBezTo>
                  <a:pt x="113" y="452"/>
                  <a:pt x="113" y="452"/>
                  <a:pt x="113" y="452"/>
                </a:cubicBezTo>
                <a:cubicBezTo>
                  <a:pt x="147" y="502"/>
                  <a:pt x="147" y="502"/>
                  <a:pt x="147" y="502"/>
                </a:cubicBezTo>
                <a:cubicBezTo>
                  <a:pt x="138" y="518"/>
                  <a:pt x="138" y="518"/>
                  <a:pt x="138" y="518"/>
                </a:cubicBezTo>
                <a:cubicBezTo>
                  <a:pt x="159" y="550"/>
                  <a:pt x="159" y="550"/>
                  <a:pt x="159" y="550"/>
                </a:cubicBezTo>
                <a:cubicBezTo>
                  <a:pt x="213" y="564"/>
                  <a:pt x="213" y="564"/>
                  <a:pt x="213" y="564"/>
                </a:cubicBezTo>
                <a:cubicBezTo>
                  <a:pt x="213" y="555"/>
                  <a:pt x="213" y="555"/>
                  <a:pt x="213" y="555"/>
                </a:cubicBezTo>
                <a:cubicBezTo>
                  <a:pt x="235" y="559"/>
                  <a:pt x="235" y="559"/>
                  <a:pt x="235" y="559"/>
                </a:cubicBezTo>
                <a:cubicBezTo>
                  <a:pt x="233" y="573"/>
                  <a:pt x="233" y="573"/>
                  <a:pt x="233" y="573"/>
                </a:cubicBezTo>
                <a:cubicBezTo>
                  <a:pt x="249" y="577"/>
                  <a:pt x="249" y="577"/>
                  <a:pt x="249" y="577"/>
                </a:cubicBezTo>
                <a:cubicBezTo>
                  <a:pt x="275" y="584"/>
                  <a:pt x="275" y="584"/>
                  <a:pt x="275" y="584"/>
                </a:cubicBezTo>
                <a:cubicBezTo>
                  <a:pt x="312" y="625"/>
                  <a:pt x="312" y="625"/>
                  <a:pt x="312" y="625"/>
                </a:cubicBezTo>
                <a:cubicBezTo>
                  <a:pt x="359" y="629"/>
                  <a:pt x="359" y="629"/>
                  <a:pt x="359" y="629"/>
                </a:cubicBezTo>
                <a:cubicBezTo>
                  <a:pt x="364" y="668"/>
                  <a:pt x="364" y="668"/>
                  <a:pt x="364" y="668"/>
                </a:cubicBezTo>
                <a:cubicBezTo>
                  <a:pt x="331" y="690"/>
                  <a:pt x="331" y="690"/>
                  <a:pt x="331" y="690"/>
                </a:cubicBezTo>
                <a:cubicBezTo>
                  <a:pt x="330" y="724"/>
                  <a:pt x="330" y="724"/>
                  <a:pt x="330" y="724"/>
                </a:cubicBezTo>
                <a:cubicBezTo>
                  <a:pt x="326" y="745"/>
                  <a:pt x="326" y="745"/>
                  <a:pt x="326" y="745"/>
                </a:cubicBezTo>
                <a:cubicBezTo>
                  <a:pt x="372" y="803"/>
                  <a:pt x="372" y="803"/>
                  <a:pt x="372" y="803"/>
                </a:cubicBezTo>
                <a:cubicBezTo>
                  <a:pt x="375" y="823"/>
                  <a:pt x="375" y="823"/>
                  <a:pt x="375" y="823"/>
                </a:cubicBezTo>
                <a:cubicBezTo>
                  <a:pt x="375" y="823"/>
                  <a:pt x="392" y="827"/>
                  <a:pt x="394" y="827"/>
                </a:cubicBezTo>
                <a:cubicBezTo>
                  <a:pt x="396" y="827"/>
                  <a:pt x="432" y="855"/>
                  <a:pt x="432" y="855"/>
                </a:cubicBezTo>
                <a:cubicBezTo>
                  <a:pt x="432" y="960"/>
                  <a:pt x="432" y="960"/>
                  <a:pt x="432" y="960"/>
                </a:cubicBezTo>
                <a:cubicBezTo>
                  <a:pt x="445" y="963"/>
                  <a:pt x="445" y="963"/>
                  <a:pt x="445" y="963"/>
                </a:cubicBezTo>
                <a:cubicBezTo>
                  <a:pt x="436" y="1012"/>
                  <a:pt x="436" y="1012"/>
                  <a:pt x="436" y="1012"/>
                </a:cubicBezTo>
                <a:cubicBezTo>
                  <a:pt x="458" y="1040"/>
                  <a:pt x="458" y="1040"/>
                  <a:pt x="458" y="1040"/>
                </a:cubicBezTo>
                <a:cubicBezTo>
                  <a:pt x="454" y="1089"/>
                  <a:pt x="454" y="1089"/>
                  <a:pt x="454" y="1089"/>
                </a:cubicBezTo>
                <a:cubicBezTo>
                  <a:pt x="482" y="1138"/>
                  <a:pt x="482" y="1138"/>
                  <a:pt x="482" y="1138"/>
                </a:cubicBezTo>
                <a:cubicBezTo>
                  <a:pt x="518" y="1170"/>
                  <a:pt x="518" y="1170"/>
                  <a:pt x="518" y="1170"/>
                </a:cubicBezTo>
                <a:cubicBezTo>
                  <a:pt x="555" y="1171"/>
                  <a:pt x="555" y="1171"/>
                  <a:pt x="555" y="1171"/>
                </a:cubicBezTo>
                <a:cubicBezTo>
                  <a:pt x="558" y="1159"/>
                  <a:pt x="558" y="1159"/>
                  <a:pt x="558" y="1159"/>
                </a:cubicBezTo>
                <a:cubicBezTo>
                  <a:pt x="532" y="1137"/>
                  <a:pt x="532" y="1137"/>
                  <a:pt x="532" y="1137"/>
                </a:cubicBezTo>
                <a:cubicBezTo>
                  <a:pt x="533" y="1125"/>
                  <a:pt x="533" y="1125"/>
                  <a:pt x="533" y="1125"/>
                </a:cubicBezTo>
                <a:cubicBezTo>
                  <a:pt x="538" y="1112"/>
                  <a:pt x="538" y="1112"/>
                  <a:pt x="538" y="1112"/>
                </a:cubicBezTo>
                <a:cubicBezTo>
                  <a:pt x="539" y="1097"/>
                  <a:pt x="539" y="1097"/>
                  <a:pt x="539" y="1097"/>
                </a:cubicBezTo>
                <a:cubicBezTo>
                  <a:pt x="520" y="1097"/>
                  <a:pt x="520" y="1097"/>
                  <a:pt x="520" y="1097"/>
                </a:cubicBezTo>
                <a:cubicBezTo>
                  <a:pt x="511" y="1086"/>
                  <a:pt x="511" y="1086"/>
                  <a:pt x="511" y="1086"/>
                </a:cubicBezTo>
                <a:cubicBezTo>
                  <a:pt x="527" y="1071"/>
                  <a:pt x="527" y="1071"/>
                  <a:pt x="527" y="1071"/>
                </a:cubicBezTo>
                <a:cubicBezTo>
                  <a:pt x="529" y="1059"/>
                  <a:pt x="529" y="1059"/>
                  <a:pt x="529" y="1059"/>
                </a:cubicBezTo>
                <a:cubicBezTo>
                  <a:pt x="511" y="1055"/>
                  <a:pt x="511" y="1055"/>
                  <a:pt x="511" y="1055"/>
                </a:cubicBezTo>
                <a:cubicBezTo>
                  <a:pt x="513" y="1045"/>
                  <a:pt x="513" y="1045"/>
                  <a:pt x="513" y="1045"/>
                </a:cubicBezTo>
                <a:cubicBezTo>
                  <a:pt x="537" y="1041"/>
                  <a:pt x="537" y="1041"/>
                  <a:pt x="537" y="1041"/>
                </a:cubicBezTo>
                <a:cubicBezTo>
                  <a:pt x="574" y="1024"/>
                  <a:pt x="574" y="1024"/>
                  <a:pt x="574" y="1024"/>
                </a:cubicBezTo>
                <a:cubicBezTo>
                  <a:pt x="586" y="1001"/>
                  <a:pt x="586" y="1001"/>
                  <a:pt x="586" y="1001"/>
                </a:cubicBezTo>
                <a:cubicBezTo>
                  <a:pt x="624" y="952"/>
                  <a:pt x="624" y="952"/>
                  <a:pt x="624" y="952"/>
                </a:cubicBezTo>
                <a:cubicBezTo>
                  <a:pt x="615" y="914"/>
                  <a:pt x="615" y="914"/>
                  <a:pt x="615" y="914"/>
                </a:cubicBezTo>
                <a:cubicBezTo>
                  <a:pt x="627" y="893"/>
                  <a:pt x="627" y="893"/>
                  <a:pt x="627" y="893"/>
                </a:cubicBezTo>
                <a:cubicBezTo>
                  <a:pt x="662" y="895"/>
                  <a:pt x="662" y="895"/>
                  <a:pt x="662" y="895"/>
                </a:cubicBezTo>
                <a:cubicBezTo>
                  <a:pt x="686" y="876"/>
                  <a:pt x="686" y="876"/>
                  <a:pt x="686" y="876"/>
                </a:cubicBezTo>
                <a:cubicBezTo>
                  <a:pt x="693" y="802"/>
                  <a:pt x="693" y="802"/>
                  <a:pt x="693" y="802"/>
                </a:cubicBezTo>
                <a:cubicBezTo>
                  <a:pt x="720" y="768"/>
                  <a:pt x="720" y="768"/>
                  <a:pt x="720" y="768"/>
                </a:cubicBezTo>
                <a:cubicBezTo>
                  <a:pt x="724" y="747"/>
                  <a:pt x="724" y="747"/>
                  <a:pt x="724" y="747"/>
                </a:cubicBezTo>
                <a:cubicBezTo>
                  <a:pt x="701" y="740"/>
                  <a:pt x="701" y="740"/>
                  <a:pt x="701" y="740"/>
                </a:cubicBezTo>
                <a:cubicBezTo>
                  <a:pt x="684" y="713"/>
                  <a:pt x="684" y="713"/>
                  <a:pt x="684" y="713"/>
                </a:cubicBezTo>
                <a:cubicBezTo>
                  <a:pt x="630" y="713"/>
                  <a:pt x="630" y="713"/>
                  <a:pt x="630" y="713"/>
                </a:cubicBezTo>
                <a:cubicBezTo>
                  <a:pt x="588" y="696"/>
                  <a:pt x="588" y="696"/>
                  <a:pt x="588" y="696"/>
                </a:cubicBezTo>
                <a:cubicBezTo>
                  <a:pt x="586" y="665"/>
                  <a:pt x="586" y="665"/>
                  <a:pt x="586" y="665"/>
                </a:cubicBezTo>
                <a:cubicBezTo>
                  <a:pt x="571" y="641"/>
                  <a:pt x="571" y="641"/>
                  <a:pt x="571" y="641"/>
                </a:cubicBezTo>
                <a:cubicBezTo>
                  <a:pt x="533" y="640"/>
                  <a:pt x="533" y="640"/>
                  <a:pt x="533" y="640"/>
                </a:cubicBezTo>
                <a:cubicBezTo>
                  <a:pt x="510" y="605"/>
                  <a:pt x="510" y="605"/>
                  <a:pt x="510" y="605"/>
                </a:cubicBezTo>
                <a:cubicBezTo>
                  <a:pt x="490" y="595"/>
                  <a:pt x="490" y="595"/>
                  <a:pt x="490" y="595"/>
                </a:cubicBezTo>
                <a:cubicBezTo>
                  <a:pt x="489" y="606"/>
                  <a:pt x="489" y="606"/>
                  <a:pt x="489" y="606"/>
                </a:cubicBezTo>
                <a:cubicBezTo>
                  <a:pt x="453" y="608"/>
                  <a:pt x="453" y="608"/>
                  <a:pt x="453" y="608"/>
                </a:cubicBezTo>
                <a:cubicBezTo>
                  <a:pt x="439" y="590"/>
                  <a:pt x="439" y="590"/>
                  <a:pt x="439" y="590"/>
                </a:cubicBezTo>
                <a:cubicBezTo>
                  <a:pt x="402" y="582"/>
                  <a:pt x="402" y="582"/>
                  <a:pt x="402" y="582"/>
                </a:cubicBezTo>
                <a:cubicBezTo>
                  <a:pt x="370" y="618"/>
                  <a:pt x="370" y="618"/>
                  <a:pt x="370" y="618"/>
                </a:cubicBezTo>
                <a:cubicBezTo>
                  <a:pt x="321" y="610"/>
                  <a:pt x="321" y="610"/>
                  <a:pt x="321" y="610"/>
                </a:cubicBezTo>
                <a:cubicBezTo>
                  <a:pt x="318" y="555"/>
                  <a:pt x="318" y="555"/>
                  <a:pt x="318" y="555"/>
                </a:cubicBezTo>
                <a:cubicBezTo>
                  <a:pt x="283" y="549"/>
                  <a:pt x="283" y="549"/>
                  <a:pt x="283" y="549"/>
                </a:cubicBezTo>
                <a:cubicBezTo>
                  <a:pt x="297" y="521"/>
                  <a:pt x="297" y="521"/>
                  <a:pt x="297" y="521"/>
                </a:cubicBezTo>
                <a:cubicBezTo>
                  <a:pt x="292" y="506"/>
                  <a:pt x="292" y="506"/>
                  <a:pt x="292" y="506"/>
                </a:cubicBezTo>
                <a:cubicBezTo>
                  <a:pt x="245" y="537"/>
                  <a:pt x="245" y="537"/>
                  <a:pt x="245" y="537"/>
                </a:cubicBezTo>
                <a:cubicBezTo>
                  <a:pt x="216" y="534"/>
                  <a:pt x="216" y="534"/>
                  <a:pt x="216" y="534"/>
                </a:cubicBezTo>
                <a:cubicBezTo>
                  <a:pt x="205" y="510"/>
                  <a:pt x="205" y="510"/>
                  <a:pt x="205" y="510"/>
                </a:cubicBezTo>
                <a:cubicBezTo>
                  <a:pt x="212" y="487"/>
                  <a:pt x="212" y="487"/>
                  <a:pt x="212" y="487"/>
                </a:cubicBezTo>
                <a:cubicBezTo>
                  <a:pt x="228" y="457"/>
                  <a:pt x="228" y="457"/>
                  <a:pt x="228" y="457"/>
                </a:cubicBezTo>
                <a:cubicBezTo>
                  <a:pt x="266" y="437"/>
                  <a:pt x="266" y="437"/>
                  <a:pt x="266" y="437"/>
                </a:cubicBezTo>
                <a:cubicBezTo>
                  <a:pt x="339" y="437"/>
                  <a:pt x="339" y="437"/>
                  <a:pt x="339" y="437"/>
                </a:cubicBezTo>
                <a:cubicBezTo>
                  <a:pt x="338" y="460"/>
                  <a:pt x="338" y="460"/>
                  <a:pt x="338" y="460"/>
                </a:cubicBezTo>
                <a:cubicBezTo>
                  <a:pt x="364" y="471"/>
                  <a:pt x="364" y="471"/>
                  <a:pt x="364" y="471"/>
                </a:cubicBezTo>
                <a:cubicBezTo>
                  <a:pt x="362" y="434"/>
                  <a:pt x="362" y="434"/>
                  <a:pt x="362" y="434"/>
                </a:cubicBezTo>
                <a:cubicBezTo>
                  <a:pt x="381" y="415"/>
                  <a:pt x="381" y="415"/>
                  <a:pt x="381" y="415"/>
                </a:cubicBezTo>
                <a:cubicBezTo>
                  <a:pt x="418" y="390"/>
                  <a:pt x="418" y="390"/>
                  <a:pt x="418" y="390"/>
                </a:cubicBezTo>
                <a:cubicBezTo>
                  <a:pt x="421" y="373"/>
                  <a:pt x="421" y="373"/>
                  <a:pt x="421" y="373"/>
                </a:cubicBezTo>
                <a:cubicBezTo>
                  <a:pt x="459" y="334"/>
                  <a:pt x="459" y="334"/>
                  <a:pt x="459" y="334"/>
                </a:cubicBezTo>
                <a:cubicBezTo>
                  <a:pt x="499" y="311"/>
                  <a:pt x="499" y="311"/>
                  <a:pt x="499" y="311"/>
                </a:cubicBezTo>
                <a:cubicBezTo>
                  <a:pt x="495" y="309"/>
                  <a:pt x="495" y="309"/>
                  <a:pt x="495" y="309"/>
                </a:cubicBezTo>
                <a:cubicBezTo>
                  <a:pt x="523" y="283"/>
                  <a:pt x="523" y="283"/>
                  <a:pt x="523" y="283"/>
                </a:cubicBezTo>
                <a:cubicBezTo>
                  <a:pt x="533" y="285"/>
                  <a:pt x="533" y="285"/>
                  <a:pt x="533" y="285"/>
                </a:cubicBezTo>
                <a:cubicBezTo>
                  <a:pt x="537" y="291"/>
                  <a:pt x="537" y="291"/>
                  <a:pt x="537" y="291"/>
                </a:cubicBezTo>
                <a:cubicBezTo>
                  <a:pt x="548" y="280"/>
                  <a:pt x="548" y="280"/>
                  <a:pt x="548" y="280"/>
                </a:cubicBezTo>
                <a:cubicBezTo>
                  <a:pt x="550" y="278"/>
                  <a:pt x="550" y="278"/>
                  <a:pt x="550" y="278"/>
                </a:cubicBezTo>
                <a:cubicBezTo>
                  <a:pt x="539" y="277"/>
                  <a:pt x="539" y="277"/>
                  <a:pt x="539" y="277"/>
                </a:cubicBezTo>
                <a:cubicBezTo>
                  <a:pt x="527" y="273"/>
                  <a:pt x="527" y="273"/>
                  <a:pt x="527" y="273"/>
                </a:cubicBezTo>
                <a:cubicBezTo>
                  <a:pt x="527" y="262"/>
                  <a:pt x="527" y="262"/>
                  <a:pt x="527" y="262"/>
                </a:cubicBezTo>
                <a:cubicBezTo>
                  <a:pt x="533" y="257"/>
                  <a:pt x="533" y="257"/>
                  <a:pt x="533" y="257"/>
                </a:cubicBezTo>
                <a:cubicBezTo>
                  <a:pt x="547" y="257"/>
                  <a:pt x="547" y="257"/>
                  <a:pt x="547" y="257"/>
                </a:cubicBezTo>
                <a:cubicBezTo>
                  <a:pt x="553" y="259"/>
                  <a:pt x="553" y="259"/>
                  <a:pt x="553" y="259"/>
                </a:cubicBezTo>
                <a:cubicBezTo>
                  <a:pt x="558" y="271"/>
                  <a:pt x="558" y="271"/>
                  <a:pt x="558" y="271"/>
                </a:cubicBezTo>
                <a:cubicBezTo>
                  <a:pt x="564" y="269"/>
                  <a:pt x="564" y="269"/>
                  <a:pt x="564" y="269"/>
                </a:cubicBezTo>
                <a:cubicBezTo>
                  <a:pt x="564" y="268"/>
                  <a:pt x="564" y="268"/>
                  <a:pt x="564" y="268"/>
                </a:cubicBezTo>
                <a:cubicBezTo>
                  <a:pt x="567" y="269"/>
                  <a:pt x="567" y="269"/>
                  <a:pt x="567" y="269"/>
                </a:cubicBezTo>
                <a:cubicBezTo>
                  <a:pt x="586" y="266"/>
                  <a:pt x="586" y="266"/>
                  <a:pt x="586" y="266"/>
                </a:cubicBezTo>
                <a:cubicBezTo>
                  <a:pt x="588" y="257"/>
                  <a:pt x="588" y="257"/>
                  <a:pt x="588" y="257"/>
                </a:cubicBezTo>
                <a:cubicBezTo>
                  <a:pt x="599" y="259"/>
                  <a:pt x="599" y="259"/>
                  <a:pt x="599" y="259"/>
                </a:cubicBezTo>
                <a:cubicBezTo>
                  <a:pt x="599" y="270"/>
                  <a:pt x="599" y="270"/>
                  <a:pt x="599" y="270"/>
                </a:cubicBezTo>
                <a:cubicBezTo>
                  <a:pt x="589" y="277"/>
                  <a:pt x="589" y="277"/>
                  <a:pt x="589" y="277"/>
                </a:cubicBezTo>
                <a:cubicBezTo>
                  <a:pt x="589" y="277"/>
                  <a:pt x="589" y="277"/>
                  <a:pt x="589" y="277"/>
                </a:cubicBezTo>
                <a:cubicBezTo>
                  <a:pt x="591" y="287"/>
                  <a:pt x="591" y="287"/>
                  <a:pt x="591" y="287"/>
                </a:cubicBezTo>
                <a:cubicBezTo>
                  <a:pt x="624" y="298"/>
                  <a:pt x="624" y="298"/>
                  <a:pt x="624" y="298"/>
                </a:cubicBezTo>
                <a:cubicBezTo>
                  <a:pt x="625" y="298"/>
                  <a:pt x="625" y="298"/>
                  <a:pt x="625" y="298"/>
                </a:cubicBezTo>
                <a:cubicBezTo>
                  <a:pt x="633" y="298"/>
                  <a:pt x="633" y="298"/>
                  <a:pt x="633" y="298"/>
                </a:cubicBezTo>
                <a:cubicBezTo>
                  <a:pt x="633" y="283"/>
                  <a:pt x="633" y="283"/>
                  <a:pt x="633" y="283"/>
                </a:cubicBezTo>
                <a:cubicBezTo>
                  <a:pt x="606" y="271"/>
                  <a:pt x="606" y="271"/>
                  <a:pt x="606" y="271"/>
                </a:cubicBezTo>
                <a:cubicBezTo>
                  <a:pt x="605" y="263"/>
                  <a:pt x="605" y="263"/>
                  <a:pt x="605" y="263"/>
                </a:cubicBezTo>
                <a:cubicBezTo>
                  <a:pt x="627" y="256"/>
                  <a:pt x="627" y="256"/>
                  <a:pt x="627" y="256"/>
                </a:cubicBezTo>
                <a:cubicBezTo>
                  <a:pt x="628" y="234"/>
                  <a:pt x="628" y="234"/>
                  <a:pt x="628" y="234"/>
                </a:cubicBezTo>
                <a:cubicBezTo>
                  <a:pt x="605" y="220"/>
                  <a:pt x="605" y="220"/>
                  <a:pt x="605" y="220"/>
                </a:cubicBezTo>
                <a:cubicBezTo>
                  <a:pt x="603" y="184"/>
                  <a:pt x="603" y="184"/>
                  <a:pt x="603" y="184"/>
                </a:cubicBezTo>
                <a:cubicBezTo>
                  <a:pt x="571" y="200"/>
                  <a:pt x="571" y="200"/>
                  <a:pt x="571" y="200"/>
                </a:cubicBezTo>
                <a:cubicBezTo>
                  <a:pt x="559" y="200"/>
                  <a:pt x="559" y="200"/>
                  <a:pt x="559" y="200"/>
                </a:cubicBezTo>
                <a:cubicBezTo>
                  <a:pt x="562" y="172"/>
                  <a:pt x="562" y="172"/>
                  <a:pt x="562" y="172"/>
                </a:cubicBezTo>
                <a:cubicBezTo>
                  <a:pt x="518" y="162"/>
                  <a:pt x="518" y="162"/>
                  <a:pt x="518" y="162"/>
                </a:cubicBezTo>
                <a:cubicBezTo>
                  <a:pt x="500" y="175"/>
                  <a:pt x="500" y="175"/>
                  <a:pt x="500" y="175"/>
                </a:cubicBezTo>
                <a:cubicBezTo>
                  <a:pt x="500" y="218"/>
                  <a:pt x="500" y="218"/>
                  <a:pt x="500" y="218"/>
                </a:cubicBezTo>
                <a:cubicBezTo>
                  <a:pt x="467" y="228"/>
                  <a:pt x="467" y="228"/>
                  <a:pt x="467" y="228"/>
                </a:cubicBezTo>
                <a:cubicBezTo>
                  <a:pt x="455" y="255"/>
                  <a:pt x="455" y="255"/>
                  <a:pt x="455" y="255"/>
                </a:cubicBezTo>
                <a:cubicBezTo>
                  <a:pt x="441" y="257"/>
                  <a:pt x="441" y="257"/>
                  <a:pt x="441" y="257"/>
                </a:cubicBezTo>
                <a:cubicBezTo>
                  <a:pt x="441" y="222"/>
                  <a:pt x="441" y="222"/>
                  <a:pt x="441" y="222"/>
                </a:cubicBezTo>
                <a:cubicBezTo>
                  <a:pt x="410" y="218"/>
                  <a:pt x="410" y="218"/>
                  <a:pt x="410" y="218"/>
                </a:cubicBezTo>
                <a:cubicBezTo>
                  <a:pt x="395" y="208"/>
                  <a:pt x="395" y="208"/>
                  <a:pt x="395" y="208"/>
                </a:cubicBezTo>
                <a:cubicBezTo>
                  <a:pt x="389" y="186"/>
                  <a:pt x="389" y="186"/>
                  <a:pt x="389" y="186"/>
                </a:cubicBezTo>
                <a:cubicBezTo>
                  <a:pt x="443" y="153"/>
                  <a:pt x="443" y="153"/>
                  <a:pt x="443" y="153"/>
                </a:cubicBezTo>
                <a:cubicBezTo>
                  <a:pt x="470" y="145"/>
                  <a:pt x="470" y="145"/>
                  <a:pt x="470" y="145"/>
                </a:cubicBezTo>
                <a:cubicBezTo>
                  <a:pt x="473" y="163"/>
                  <a:pt x="473" y="163"/>
                  <a:pt x="473" y="163"/>
                </a:cubicBezTo>
                <a:cubicBezTo>
                  <a:pt x="488" y="162"/>
                  <a:pt x="488" y="162"/>
                  <a:pt x="488" y="162"/>
                </a:cubicBezTo>
                <a:cubicBezTo>
                  <a:pt x="489" y="153"/>
                  <a:pt x="489" y="153"/>
                  <a:pt x="489" y="153"/>
                </a:cubicBezTo>
                <a:cubicBezTo>
                  <a:pt x="505" y="151"/>
                  <a:pt x="505" y="151"/>
                  <a:pt x="505" y="151"/>
                </a:cubicBezTo>
                <a:cubicBezTo>
                  <a:pt x="505" y="148"/>
                  <a:pt x="505" y="148"/>
                  <a:pt x="505" y="148"/>
                </a:cubicBezTo>
                <a:cubicBezTo>
                  <a:pt x="498" y="145"/>
                  <a:pt x="498" y="145"/>
                  <a:pt x="498" y="145"/>
                </a:cubicBezTo>
                <a:cubicBezTo>
                  <a:pt x="496" y="136"/>
                  <a:pt x="496" y="136"/>
                  <a:pt x="496" y="136"/>
                </a:cubicBezTo>
                <a:cubicBezTo>
                  <a:pt x="516" y="134"/>
                  <a:pt x="516" y="134"/>
                  <a:pt x="516" y="134"/>
                </a:cubicBezTo>
                <a:cubicBezTo>
                  <a:pt x="527" y="122"/>
                  <a:pt x="527" y="122"/>
                  <a:pt x="527" y="122"/>
                </a:cubicBezTo>
                <a:cubicBezTo>
                  <a:pt x="528" y="122"/>
                  <a:pt x="528" y="122"/>
                  <a:pt x="528" y="122"/>
                </a:cubicBezTo>
                <a:cubicBezTo>
                  <a:pt x="528" y="122"/>
                  <a:pt x="528" y="122"/>
                  <a:pt x="528" y="122"/>
                </a:cubicBezTo>
                <a:cubicBezTo>
                  <a:pt x="532" y="118"/>
                  <a:pt x="532" y="118"/>
                  <a:pt x="532" y="118"/>
                </a:cubicBezTo>
                <a:cubicBezTo>
                  <a:pt x="572" y="112"/>
                  <a:pt x="572" y="112"/>
                  <a:pt x="572" y="112"/>
                </a:cubicBezTo>
                <a:cubicBezTo>
                  <a:pt x="589" y="128"/>
                  <a:pt x="589" y="128"/>
                  <a:pt x="589" y="128"/>
                </a:cubicBezTo>
                <a:cubicBezTo>
                  <a:pt x="542" y="153"/>
                  <a:pt x="542" y="153"/>
                  <a:pt x="542" y="153"/>
                </a:cubicBezTo>
                <a:cubicBezTo>
                  <a:pt x="602" y="167"/>
                  <a:pt x="602" y="167"/>
                  <a:pt x="602" y="167"/>
                </a:cubicBezTo>
                <a:cubicBezTo>
                  <a:pt x="610" y="147"/>
                  <a:pt x="610" y="147"/>
                  <a:pt x="610" y="147"/>
                </a:cubicBezTo>
                <a:cubicBezTo>
                  <a:pt x="636" y="147"/>
                  <a:pt x="636" y="147"/>
                  <a:pt x="636" y="147"/>
                </a:cubicBezTo>
                <a:cubicBezTo>
                  <a:pt x="646" y="130"/>
                  <a:pt x="646" y="130"/>
                  <a:pt x="646" y="130"/>
                </a:cubicBezTo>
                <a:cubicBezTo>
                  <a:pt x="627" y="125"/>
                  <a:pt x="627" y="125"/>
                  <a:pt x="627" y="125"/>
                </a:cubicBezTo>
                <a:cubicBezTo>
                  <a:pt x="627" y="103"/>
                  <a:pt x="627" y="103"/>
                  <a:pt x="627" y="103"/>
                </a:cubicBezTo>
                <a:cubicBezTo>
                  <a:pt x="569" y="78"/>
                  <a:pt x="569" y="78"/>
                  <a:pt x="569" y="78"/>
                </a:cubicBezTo>
                <a:cubicBezTo>
                  <a:pt x="530" y="82"/>
                  <a:pt x="530" y="82"/>
                  <a:pt x="530" y="82"/>
                </a:cubicBezTo>
                <a:cubicBezTo>
                  <a:pt x="507" y="94"/>
                  <a:pt x="507" y="94"/>
                  <a:pt x="507" y="94"/>
                </a:cubicBezTo>
                <a:cubicBezTo>
                  <a:pt x="508" y="122"/>
                  <a:pt x="508" y="122"/>
                  <a:pt x="508" y="122"/>
                </a:cubicBezTo>
                <a:cubicBezTo>
                  <a:pt x="485" y="119"/>
                  <a:pt x="485" y="119"/>
                  <a:pt x="485" y="119"/>
                </a:cubicBezTo>
                <a:cubicBezTo>
                  <a:pt x="481" y="103"/>
                  <a:pt x="481" y="103"/>
                  <a:pt x="481" y="103"/>
                </a:cubicBezTo>
                <a:cubicBezTo>
                  <a:pt x="504" y="82"/>
                  <a:pt x="504" y="82"/>
                  <a:pt x="504" y="82"/>
                </a:cubicBezTo>
                <a:cubicBezTo>
                  <a:pt x="463" y="81"/>
                  <a:pt x="463" y="81"/>
                  <a:pt x="463" y="81"/>
                </a:cubicBezTo>
                <a:cubicBezTo>
                  <a:pt x="452" y="84"/>
                  <a:pt x="452" y="84"/>
                  <a:pt x="452" y="84"/>
                </a:cubicBezTo>
                <a:cubicBezTo>
                  <a:pt x="446" y="98"/>
                  <a:pt x="446" y="98"/>
                  <a:pt x="446" y="98"/>
                </a:cubicBezTo>
                <a:cubicBezTo>
                  <a:pt x="461" y="100"/>
                  <a:pt x="461" y="100"/>
                  <a:pt x="461" y="100"/>
                </a:cubicBezTo>
                <a:cubicBezTo>
                  <a:pt x="458" y="115"/>
                  <a:pt x="458" y="115"/>
                  <a:pt x="458" y="115"/>
                </a:cubicBezTo>
                <a:cubicBezTo>
                  <a:pt x="433" y="117"/>
                  <a:pt x="433" y="117"/>
                  <a:pt x="433" y="117"/>
                </a:cubicBezTo>
                <a:cubicBezTo>
                  <a:pt x="428" y="128"/>
                  <a:pt x="428" y="128"/>
                  <a:pt x="428" y="128"/>
                </a:cubicBezTo>
                <a:cubicBezTo>
                  <a:pt x="391" y="128"/>
                  <a:pt x="391" y="128"/>
                  <a:pt x="391" y="128"/>
                </a:cubicBezTo>
                <a:cubicBezTo>
                  <a:pt x="391" y="128"/>
                  <a:pt x="389" y="107"/>
                  <a:pt x="388" y="107"/>
                </a:cubicBezTo>
                <a:cubicBezTo>
                  <a:pt x="386" y="107"/>
                  <a:pt x="417" y="106"/>
                  <a:pt x="417" y="106"/>
                </a:cubicBezTo>
                <a:cubicBezTo>
                  <a:pt x="440" y="84"/>
                  <a:pt x="440" y="84"/>
                  <a:pt x="440" y="84"/>
                </a:cubicBezTo>
                <a:cubicBezTo>
                  <a:pt x="428" y="78"/>
                  <a:pt x="428" y="78"/>
                  <a:pt x="428" y="78"/>
                </a:cubicBezTo>
                <a:cubicBezTo>
                  <a:pt x="411" y="94"/>
                  <a:pt x="411" y="94"/>
                  <a:pt x="411" y="94"/>
                </a:cubicBezTo>
                <a:cubicBezTo>
                  <a:pt x="384" y="93"/>
                  <a:pt x="384" y="93"/>
                  <a:pt x="384" y="93"/>
                </a:cubicBezTo>
                <a:cubicBezTo>
                  <a:pt x="368" y="70"/>
                  <a:pt x="368" y="70"/>
                  <a:pt x="368" y="70"/>
                </a:cubicBezTo>
                <a:cubicBezTo>
                  <a:pt x="333" y="70"/>
                  <a:pt x="333" y="70"/>
                  <a:pt x="333" y="70"/>
                </a:cubicBezTo>
                <a:cubicBezTo>
                  <a:pt x="297" y="97"/>
                  <a:pt x="297" y="97"/>
                  <a:pt x="297" y="97"/>
                </a:cubicBezTo>
                <a:cubicBezTo>
                  <a:pt x="330" y="97"/>
                  <a:pt x="330" y="97"/>
                  <a:pt x="330" y="97"/>
                </a:cubicBezTo>
                <a:cubicBezTo>
                  <a:pt x="333" y="107"/>
                  <a:pt x="333" y="107"/>
                  <a:pt x="333" y="107"/>
                </a:cubicBezTo>
                <a:cubicBezTo>
                  <a:pt x="325" y="115"/>
                  <a:pt x="325" y="115"/>
                  <a:pt x="325" y="115"/>
                </a:cubicBezTo>
                <a:cubicBezTo>
                  <a:pt x="361" y="116"/>
                  <a:pt x="361" y="116"/>
                  <a:pt x="361" y="116"/>
                </a:cubicBezTo>
                <a:cubicBezTo>
                  <a:pt x="367" y="130"/>
                  <a:pt x="367" y="130"/>
                  <a:pt x="367" y="130"/>
                </a:cubicBezTo>
                <a:cubicBezTo>
                  <a:pt x="326" y="128"/>
                  <a:pt x="326" y="128"/>
                  <a:pt x="326" y="128"/>
                </a:cubicBezTo>
                <a:cubicBezTo>
                  <a:pt x="323" y="118"/>
                  <a:pt x="323" y="118"/>
                  <a:pt x="323" y="118"/>
                </a:cubicBezTo>
                <a:cubicBezTo>
                  <a:pt x="298" y="112"/>
                  <a:pt x="298" y="112"/>
                  <a:pt x="298" y="112"/>
                </a:cubicBezTo>
                <a:cubicBezTo>
                  <a:pt x="284" y="104"/>
                  <a:pt x="284" y="104"/>
                  <a:pt x="284" y="104"/>
                </a:cubicBezTo>
                <a:cubicBezTo>
                  <a:pt x="261" y="105"/>
                  <a:pt x="261" y="105"/>
                  <a:pt x="261" y="105"/>
                </a:cubicBezTo>
                <a:cubicBezTo>
                  <a:pt x="358" y="38"/>
                  <a:pt x="475" y="0"/>
                  <a:pt x="602" y="0"/>
                </a:cubicBezTo>
                <a:close/>
                <a:moveTo>
                  <a:pt x="896" y="205"/>
                </a:moveTo>
                <a:cubicBezTo>
                  <a:pt x="902" y="197"/>
                  <a:pt x="902" y="197"/>
                  <a:pt x="902" y="197"/>
                </a:cubicBezTo>
                <a:cubicBezTo>
                  <a:pt x="922" y="192"/>
                  <a:pt x="922" y="192"/>
                  <a:pt x="922" y="192"/>
                </a:cubicBezTo>
                <a:cubicBezTo>
                  <a:pt x="927" y="216"/>
                  <a:pt x="927" y="216"/>
                  <a:pt x="927" y="216"/>
                </a:cubicBezTo>
                <a:cubicBezTo>
                  <a:pt x="938" y="234"/>
                  <a:pt x="938" y="234"/>
                  <a:pt x="938" y="234"/>
                </a:cubicBezTo>
                <a:cubicBezTo>
                  <a:pt x="946" y="242"/>
                  <a:pt x="946" y="242"/>
                  <a:pt x="946" y="242"/>
                </a:cubicBezTo>
                <a:cubicBezTo>
                  <a:pt x="959" y="247"/>
                  <a:pt x="959" y="247"/>
                  <a:pt x="959" y="247"/>
                </a:cubicBezTo>
                <a:cubicBezTo>
                  <a:pt x="946" y="262"/>
                  <a:pt x="946" y="262"/>
                  <a:pt x="946" y="262"/>
                </a:cubicBezTo>
                <a:cubicBezTo>
                  <a:pt x="922" y="264"/>
                  <a:pt x="922" y="264"/>
                  <a:pt x="922" y="264"/>
                </a:cubicBezTo>
                <a:cubicBezTo>
                  <a:pt x="905" y="264"/>
                  <a:pt x="905" y="264"/>
                  <a:pt x="905" y="264"/>
                </a:cubicBezTo>
                <a:cubicBezTo>
                  <a:pt x="906" y="243"/>
                  <a:pt x="906" y="243"/>
                  <a:pt x="906" y="243"/>
                </a:cubicBezTo>
                <a:cubicBezTo>
                  <a:pt x="921" y="240"/>
                  <a:pt x="921" y="240"/>
                  <a:pt x="921" y="240"/>
                </a:cubicBezTo>
                <a:cubicBezTo>
                  <a:pt x="920" y="230"/>
                  <a:pt x="920" y="230"/>
                  <a:pt x="920" y="230"/>
                </a:cubicBezTo>
                <a:cubicBezTo>
                  <a:pt x="906" y="221"/>
                  <a:pt x="906" y="221"/>
                  <a:pt x="906" y="221"/>
                </a:cubicBezTo>
                <a:cubicBezTo>
                  <a:pt x="896" y="214"/>
                  <a:pt x="896" y="214"/>
                  <a:pt x="896" y="214"/>
                </a:cubicBezTo>
                <a:cubicBezTo>
                  <a:pt x="896" y="205"/>
                  <a:pt x="896" y="205"/>
                  <a:pt x="896" y="205"/>
                </a:cubicBezTo>
                <a:close/>
                <a:moveTo>
                  <a:pt x="863" y="243"/>
                </a:moveTo>
                <a:cubicBezTo>
                  <a:pt x="875" y="223"/>
                  <a:pt x="875" y="223"/>
                  <a:pt x="875" y="223"/>
                </a:cubicBezTo>
                <a:cubicBezTo>
                  <a:pt x="893" y="219"/>
                  <a:pt x="893" y="219"/>
                  <a:pt x="893" y="219"/>
                </a:cubicBezTo>
                <a:cubicBezTo>
                  <a:pt x="904" y="225"/>
                  <a:pt x="904" y="225"/>
                  <a:pt x="904" y="225"/>
                </a:cubicBezTo>
                <a:cubicBezTo>
                  <a:pt x="902" y="238"/>
                  <a:pt x="902" y="238"/>
                  <a:pt x="902" y="238"/>
                </a:cubicBezTo>
                <a:cubicBezTo>
                  <a:pt x="877" y="256"/>
                  <a:pt x="877" y="256"/>
                  <a:pt x="877" y="256"/>
                </a:cubicBezTo>
                <a:cubicBezTo>
                  <a:pt x="863" y="256"/>
                  <a:pt x="863" y="256"/>
                  <a:pt x="863" y="256"/>
                </a:cubicBezTo>
                <a:cubicBezTo>
                  <a:pt x="863" y="243"/>
                  <a:pt x="863" y="243"/>
                  <a:pt x="863" y="243"/>
                </a:cubicBezTo>
                <a:close/>
                <a:moveTo>
                  <a:pt x="530" y="318"/>
                </a:moveTo>
                <a:cubicBezTo>
                  <a:pt x="517" y="320"/>
                  <a:pt x="517" y="320"/>
                  <a:pt x="517" y="320"/>
                </a:cubicBezTo>
                <a:cubicBezTo>
                  <a:pt x="517" y="311"/>
                  <a:pt x="517" y="311"/>
                  <a:pt x="517" y="311"/>
                </a:cubicBezTo>
                <a:cubicBezTo>
                  <a:pt x="524" y="303"/>
                  <a:pt x="524" y="303"/>
                  <a:pt x="524" y="303"/>
                </a:cubicBezTo>
                <a:cubicBezTo>
                  <a:pt x="531" y="309"/>
                  <a:pt x="531" y="309"/>
                  <a:pt x="531" y="309"/>
                </a:cubicBezTo>
                <a:cubicBezTo>
                  <a:pt x="530" y="318"/>
                  <a:pt x="530" y="318"/>
                  <a:pt x="530" y="318"/>
                </a:cubicBezTo>
                <a:cubicBezTo>
                  <a:pt x="530" y="318"/>
                  <a:pt x="530" y="318"/>
                  <a:pt x="530" y="318"/>
                </a:cubicBezTo>
                <a:close/>
                <a:moveTo>
                  <a:pt x="574" y="303"/>
                </a:moveTo>
                <a:cubicBezTo>
                  <a:pt x="566" y="303"/>
                  <a:pt x="566" y="303"/>
                  <a:pt x="566" y="303"/>
                </a:cubicBezTo>
                <a:cubicBezTo>
                  <a:pt x="564" y="312"/>
                  <a:pt x="564" y="312"/>
                  <a:pt x="564" y="312"/>
                </a:cubicBezTo>
                <a:cubicBezTo>
                  <a:pt x="557" y="316"/>
                  <a:pt x="557" y="316"/>
                  <a:pt x="557" y="316"/>
                </a:cubicBezTo>
                <a:cubicBezTo>
                  <a:pt x="546" y="317"/>
                  <a:pt x="546" y="317"/>
                  <a:pt x="546" y="317"/>
                </a:cubicBezTo>
                <a:cubicBezTo>
                  <a:pt x="546" y="315"/>
                  <a:pt x="546" y="312"/>
                  <a:pt x="546" y="312"/>
                </a:cubicBezTo>
                <a:cubicBezTo>
                  <a:pt x="542" y="312"/>
                  <a:pt x="542" y="312"/>
                  <a:pt x="542" y="312"/>
                </a:cubicBezTo>
                <a:cubicBezTo>
                  <a:pt x="542" y="303"/>
                  <a:pt x="542" y="303"/>
                  <a:pt x="542" y="303"/>
                </a:cubicBezTo>
                <a:cubicBezTo>
                  <a:pt x="559" y="303"/>
                  <a:pt x="559" y="303"/>
                  <a:pt x="559" y="303"/>
                </a:cubicBezTo>
                <a:cubicBezTo>
                  <a:pt x="563" y="294"/>
                  <a:pt x="563" y="294"/>
                  <a:pt x="563" y="294"/>
                </a:cubicBezTo>
                <a:cubicBezTo>
                  <a:pt x="570" y="294"/>
                  <a:pt x="570" y="294"/>
                  <a:pt x="570" y="294"/>
                </a:cubicBezTo>
                <a:cubicBezTo>
                  <a:pt x="578" y="296"/>
                  <a:pt x="578" y="296"/>
                  <a:pt x="578" y="296"/>
                </a:cubicBezTo>
                <a:cubicBezTo>
                  <a:pt x="574" y="303"/>
                  <a:pt x="574" y="303"/>
                  <a:pt x="574" y="303"/>
                </a:cubicBezTo>
                <a:cubicBezTo>
                  <a:pt x="574" y="303"/>
                  <a:pt x="574" y="303"/>
                  <a:pt x="574" y="303"/>
                </a:cubicBezTo>
                <a:close/>
              </a:path>
            </a:pathLst>
          </a:custGeom>
          <a:solidFill>
            <a:srgbClr val="D0CECE"/>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grpSp>
        <p:nvGrpSpPr>
          <p:cNvPr id="560" name="Google Shape;560;p4"/>
          <p:cNvGrpSpPr/>
          <p:nvPr/>
        </p:nvGrpSpPr>
        <p:grpSpPr>
          <a:xfrm>
            <a:off x="4253384" y="1799018"/>
            <a:ext cx="4077254" cy="3654585"/>
            <a:chOff x="3540841" y="1138072"/>
            <a:chExt cx="5110318" cy="4580558"/>
          </a:xfrm>
          <a:solidFill>
            <a:srgbClr val="538321"/>
          </a:solidFill>
        </p:grpSpPr>
        <p:sp>
          <p:nvSpPr>
            <p:cNvPr id="564" name="Google Shape;564;p4"/>
            <p:cNvSpPr/>
            <p:nvPr/>
          </p:nvSpPr>
          <p:spPr>
            <a:xfrm>
              <a:off x="4816904" y="1216756"/>
              <a:ext cx="529544" cy="609961"/>
            </a:xfrm>
            <a:custGeom>
              <a:avLst/>
              <a:gdLst/>
              <a:ahLst/>
              <a:cxnLst/>
              <a:rect l="l" t="t" r="r" b="b"/>
              <a:pathLst>
                <a:path w="349" h="402" extrusionOk="0">
                  <a:moveTo>
                    <a:pt x="0" y="0"/>
                  </a:moveTo>
                  <a:lnTo>
                    <a:pt x="0" y="402"/>
                  </a:lnTo>
                  <a:lnTo>
                    <a:pt x="349" y="201"/>
                  </a:lnTo>
                  <a:lnTo>
                    <a:pt x="0" y="0"/>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65" name="Google Shape;565;p4"/>
            <p:cNvSpPr/>
            <p:nvPr/>
          </p:nvSpPr>
          <p:spPr>
            <a:xfrm>
              <a:off x="3540841" y="3124021"/>
              <a:ext cx="526509" cy="609961"/>
            </a:xfrm>
            <a:custGeom>
              <a:avLst/>
              <a:gdLst/>
              <a:ahLst/>
              <a:cxnLst/>
              <a:rect l="l" t="t" r="r" b="b"/>
              <a:pathLst>
                <a:path w="347" h="402" extrusionOk="0">
                  <a:moveTo>
                    <a:pt x="0" y="201"/>
                  </a:moveTo>
                  <a:lnTo>
                    <a:pt x="347" y="402"/>
                  </a:lnTo>
                  <a:lnTo>
                    <a:pt x="347" y="0"/>
                  </a:lnTo>
                  <a:lnTo>
                    <a:pt x="0" y="201"/>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66" name="Google Shape;566;p4"/>
            <p:cNvSpPr/>
            <p:nvPr/>
          </p:nvSpPr>
          <p:spPr>
            <a:xfrm>
              <a:off x="4816904" y="5029769"/>
              <a:ext cx="529544" cy="609961"/>
            </a:xfrm>
            <a:custGeom>
              <a:avLst/>
              <a:gdLst/>
              <a:ahLst/>
              <a:cxnLst/>
              <a:rect l="l" t="t" r="r" b="b"/>
              <a:pathLst>
                <a:path w="349" h="402" extrusionOk="0">
                  <a:moveTo>
                    <a:pt x="0" y="402"/>
                  </a:moveTo>
                  <a:lnTo>
                    <a:pt x="349" y="201"/>
                  </a:lnTo>
                  <a:lnTo>
                    <a:pt x="0" y="0"/>
                  </a:lnTo>
                  <a:lnTo>
                    <a:pt x="0" y="402"/>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67" name="Google Shape;567;p4"/>
            <p:cNvSpPr/>
            <p:nvPr/>
          </p:nvSpPr>
          <p:spPr>
            <a:xfrm>
              <a:off x="6845554" y="5029769"/>
              <a:ext cx="528026" cy="609961"/>
            </a:xfrm>
            <a:custGeom>
              <a:avLst/>
              <a:gdLst/>
              <a:ahLst/>
              <a:cxnLst/>
              <a:rect l="l" t="t" r="r" b="b"/>
              <a:pathLst>
                <a:path w="348" h="402" extrusionOk="0">
                  <a:moveTo>
                    <a:pt x="348" y="402"/>
                  </a:moveTo>
                  <a:lnTo>
                    <a:pt x="348" y="0"/>
                  </a:lnTo>
                  <a:lnTo>
                    <a:pt x="0" y="201"/>
                  </a:lnTo>
                  <a:lnTo>
                    <a:pt x="348" y="402"/>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68" name="Google Shape;568;p4"/>
            <p:cNvSpPr/>
            <p:nvPr/>
          </p:nvSpPr>
          <p:spPr>
            <a:xfrm>
              <a:off x="8123133" y="3124021"/>
              <a:ext cx="528026" cy="609961"/>
            </a:xfrm>
            <a:custGeom>
              <a:avLst/>
              <a:gdLst/>
              <a:ahLst/>
              <a:cxnLst/>
              <a:rect l="l" t="t" r="r" b="b"/>
              <a:pathLst>
                <a:path w="348" h="402" extrusionOk="0">
                  <a:moveTo>
                    <a:pt x="348" y="201"/>
                  </a:moveTo>
                  <a:lnTo>
                    <a:pt x="0" y="0"/>
                  </a:lnTo>
                  <a:lnTo>
                    <a:pt x="0" y="402"/>
                  </a:lnTo>
                  <a:lnTo>
                    <a:pt x="348" y="201"/>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69" name="Google Shape;569;p4"/>
            <p:cNvSpPr/>
            <p:nvPr/>
          </p:nvSpPr>
          <p:spPr>
            <a:xfrm>
              <a:off x="6845554" y="1216756"/>
              <a:ext cx="528026" cy="609961"/>
            </a:xfrm>
            <a:custGeom>
              <a:avLst/>
              <a:gdLst/>
              <a:ahLst/>
              <a:cxnLst/>
              <a:rect l="l" t="t" r="r" b="b"/>
              <a:pathLst>
                <a:path w="348" h="402" extrusionOk="0">
                  <a:moveTo>
                    <a:pt x="348" y="0"/>
                  </a:moveTo>
                  <a:lnTo>
                    <a:pt x="0" y="201"/>
                  </a:lnTo>
                  <a:lnTo>
                    <a:pt x="348" y="402"/>
                  </a:lnTo>
                  <a:lnTo>
                    <a:pt x="348" y="0"/>
                  </a:ln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0" name="Google Shape;570;p4"/>
            <p:cNvSpPr/>
            <p:nvPr/>
          </p:nvSpPr>
          <p:spPr>
            <a:xfrm>
              <a:off x="4105282" y="4271111"/>
              <a:ext cx="1986166" cy="1447519"/>
            </a:xfrm>
            <a:custGeom>
              <a:avLst/>
              <a:gdLst/>
              <a:ahLst/>
              <a:cxnLst/>
              <a:rect l="l" t="t" r="r" b="b"/>
              <a:pathLst>
                <a:path w="912" h="665" extrusionOk="0">
                  <a:moveTo>
                    <a:pt x="912" y="395"/>
                  </a:moveTo>
                  <a:cubicBezTo>
                    <a:pt x="912" y="665"/>
                    <a:pt x="912" y="665"/>
                    <a:pt x="912" y="665"/>
                  </a:cubicBezTo>
                  <a:cubicBezTo>
                    <a:pt x="522" y="664"/>
                    <a:pt x="181" y="451"/>
                    <a:pt x="0" y="135"/>
                  </a:cubicBezTo>
                  <a:cubicBezTo>
                    <a:pt x="234" y="0"/>
                    <a:pt x="234" y="0"/>
                    <a:pt x="234" y="0"/>
                  </a:cubicBezTo>
                  <a:cubicBezTo>
                    <a:pt x="369" y="235"/>
                    <a:pt x="622" y="394"/>
                    <a:pt x="912" y="395"/>
                  </a:cubicBez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1" name="Google Shape;571;p4"/>
            <p:cNvSpPr/>
            <p:nvPr/>
          </p:nvSpPr>
          <p:spPr>
            <a:xfrm>
              <a:off x="3803337" y="2277359"/>
              <a:ext cx="819350" cy="2288112"/>
            </a:xfrm>
            <a:custGeom>
              <a:avLst/>
              <a:gdLst/>
              <a:ahLst/>
              <a:cxnLst/>
              <a:rect l="l" t="t" r="r" b="b"/>
              <a:pathLst>
                <a:path w="376" h="1051" extrusionOk="0">
                  <a:moveTo>
                    <a:pt x="270" y="529"/>
                  </a:moveTo>
                  <a:cubicBezTo>
                    <a:pt x="270" y="670"/>
                    <a:pt x="307" y="802"/>
                    <a:pt x="372" y="916"/>
                  </a:cubicBezTo>
                  <a:cubicBezTo>
                    <a:pt x="138" y="1051"/>
                    <a:pt x="138" y="1051"/>
                    <a:pt x="138" y="1051"/>
                  </a:cubicBezTo>
                  <a:cubicBezTo>
                    <a:pt x="50" y="897"/>
                    <a:pt x="0" y="719"/>
                    <a:pt x="0" y="529"/>
                  </a:cubicBezTo>
                  <a:cubicBezTo>
                    <a:pt x="0" y="336"/>
                    <a:pt x="52" y="156"/>
                    <a:pt x="142" y="0"/>
                  </a:cubicBezTo>
                  <a:cubicBezTo>
                    <a:pt x="376" y="135"/>
                    <a:pt x="376" y="135"/>
                    <a:pt x="376" y="135"/>
                  </a:cubicBezTo>
                  <a:cubicBezTo>
                    <a:pt x="309" y="251"/>
                    <a:pt x="270" y="385"/>
                    <a:pt x="270" y="529"/>
                  </a:cubicBezTo>
                  <a:close/>
                </a:path>
              </a:pathLst>
            </a:custGeom>
            <a:grpFill/>
            <a:ln>
              <a:noFill/>
            </a:ln>
            <a:effectLst>
              <a:outerShdw blurRad="63500" sx="102000" sy="102000" algn="ctr" rotWithShape="0">
                <a:srgbClr val="000000">
                  <a:alpha val="2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2" name="Google Shape;572;p4"/>
            <p:cNvSpPr/>
            <p:nvPr/>
          </p:nvSpPr>
          <p:spPr>
            <a:xfrm>
              <a:off x="4114171" y="1138072"/>
              <a:ext cx="1978579" cy="1432346"/>
            </a:xfrm>
            <a:custGeom>
              <a:avLst/>
              <a:gdLst/>
              <a:ahLst/>
              <a:cxnLst/>
              <a:rect l="l" t="t" r="r" b="b"/>
              <a:pathLst>
                <a:path w="908" h="658" extrusionOk="0">
                  <a:moveTo>
                    <a:pt x="908" y="0"/>
                  </a:moveTo>
                  <a:cubicBezTo>
                    <a:pt x="908" y="270"/>
                    <a:pt x="908" y="270"/>
                    <a:pt x="908" y="270"/>
                  </a:cubicBezTo>
                  <a:cubicBezTo>
                    <a:pt x="621" y="271"/>
                    <a:pt x="370" y="426"/>
                    <a:pt x="234" y="658"/>
                  </a:cubicBezTo>
                  <a:cubicBezTo>
                    <a:pt x="0" y="523"/>
                    <a:pt x="0" y="523"/>
                    <a:pt x="0" y="523"/>
                  </a:cubicBezTo>
                  <a:cubicBezTo>
                    <a:pt x="182" y="211"/>
                    <a:pt x="521" y="1"/>
                    <a:pt x="908" y="0"/>
                  </a:cubicBez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3" name="Google Shape;573;p4"/>
            <p:cNvSpPr/>
            <p:nvPr/>
          </p:nvSpPr>
          <p:spPr>
            <a:xfrm>
              <a:off x="6091449" y="1139372"/>
              <a:ext cx="1984648" cy="1429311"/>
            </a:xfrm>
            <a:custGeom>
              <a:avLst/>
              <a:gdLst/>
              <a:ahLst/>
              <a:cxnLst/>
              <a:rect l="l" t="t" r="r" b="b"/>
              <a:pathLst>
                <a:path w="911" h="657" extrusionOk="0">
                  <a:moveTo>
                    <a:pt x="911" y="522"/>
                  </a:moveTo>
                  <a:cubicBezTo>
                    <a:pt x="677" y="657"/>
                    <a:pt x="677" y="657"/>
                    <a:pt x="677" y="657"/>
                  </a:cubicBezTo>
                  <a:cubicBezTo>
                    <a:pt x="541" y="425"/>
                    <a:pt x="290" y="270"/>
                    <a:pt x="2" y="270"/>
                  </a:cubicBezTo>
                  <a:cubicBezTo>
                    <a:pt x="0" y="270"/>
                    <a:pt x="0" y="270"/>
                    <a:pt x="0" y="270"/>
                  </a:cubicBezTo>
                  <a:cubicBezTo>
                    <a:pt x="0" y="0"/>
                    <a:pt x="0" y="0"/>
                    <a:pt x="0" y="0"/>
                  </a:cubicBezTo>
                  <a:cubicBezTo>
                    <a:pt x="2" y="0"/>
                    <a:pt x="2" y="0"/>
                    <a:pt x="2" y="0"/>
                  </a:cubicBezTo>
                  <a:cubicBezTo>
                    <a:pt x="390" y="0"/>
                    <a:pt x="728" y="210"/>
                    <a:pt x="911" y="522"/>
                  </a:cubicBezTo>
                  <a:close/>
                </a:path>
              </a:pathLst>
            </a:custGeom>
            <a:grpFill/>
            <a:ln>
              <a:noFill/>
            </a:ln>
            <a:effectLst>
              <a:outerShdw blurRad="63500" sx="102000" sy="102000" algn="ctr" rotWithShape="0">
                <a:srgbClr val="000000">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4" name="Google Shape;574;p4"/>
            <p:cNvSpPr/>
            <p:nvPr/>
          </p:nvSpPr>
          <p:spPr>
            <a:xfrm>
              <a:off x="6091449" y="4272629"/>
              <a:ext cx="1992235" cy="1446001"/>
            </a:xfrm>
            <a:custGeom>
              <a:avLst/>
              <a:gdLst/>
              <a:ahLst/>
              <a:cxnLst/>
              <a:rect l="l" t="t" r="r" b="b"/>
              <a:pathLst>
                <a:path w="915" h="664" extrusionOk="0">
                  <a:moveTo>
                    <a:pt x="915" y="135"/>
                  </a:moveTo>
                  <a:cubicBezTo>
                    <a:pt x="733" y="451"/>
                    <a:pt x="393" y="664"/>
                    <a:pt x="2" y="664"/>
                  </a:cubicBezTo>
                  <a:cubicBezTo>
                    <a:pt x="0" y="664"/>
                    <a:pt x="0" y="664"/>
                    <a:pt x="0" y="664"/>
                  </a:cubicBezTo>
                  <a:cubicBezTo>
                    <a:pt x="0" y="394"/>
                    <a:pt x="0" y="394"/>
                    <a:pt x="0" y="394"/>
                  </a:cubicBezTo>
                  <a:cubicBezTo>
                    <a:pt x="2" y="394"/>
                    <a:pt x="2" y="394"/>
                    <a:pt x="2" y="394"/>
                  </a:cubicBezTo>
                  <a:cubicBezTo>
                    <a:pt x="293" y="394"/>
                    <a:pt x="546" y="236"/>
                    <a:pt x="681" y="0"/>
                  </a:cubicBezTo>
                  <a:lnTo>
                    <a:pt x="915" y="135"/>
                  </a:lnTo>
                  <a:close/>
                </a:path>
              </a:pathLst>
            </a:custGeom>
            <a:grpFill/>
            <a:ln>
              <a:noFill/>
            </a:ln>
            <a:effectLst>
              <a:outerShdw blurRad="63500" sx="102000" sy="102000" algn="ctr" rotWithShape="0">
                <a:srgbClr val="000000">
                  <a:alpha val="2980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5" name="Google Shape;575;p4"/>
            <p:cNvSpPr/>
            <p:nvPr/>
          </p:nvSpPr>
          <p:spPr>
            <a:xfrm>
              <a:off x="7566279" y="2275842"/>
              <a:ext cx="820868" cy="2291146"/>
            </a:xfrm>
            <a:custGeom>
              <a:avLst/>
              <a:gdLst/>
              <a:ahLst/>
              <a:cxnLst/>
              <a:rect l="l" t="t" r="r" b="b"/>
              <a:pathLst>
                <a:path w="377" h="1053" extrusionOk="0">
                  <a:moveTo>
                    <a:pt x="377" y="530"/>
                  </a:moveTo>
                  <a:cubicBezTo>
                    <a:pt x="377" y="720"/>
                    <a:pt x="326" y="899"/>
                    <a:pt x="238" y="1053"/>
                  </a:cubicBezTo>
                  <a:cubicBezTo>
                    <a:pt x="4" y="918"/>
                    <a:pt x="4" y="918"/>
                    <a:pt x="4" y="918"/>
                  </a:cubicBezTo>
                  <a:cubicBezTo>
                    <a:pt x="70" y="804"/>
                    <a:pt x="107" y="671"/>
                    <a:pt x="107" y="530"/>
                  </a:cubicBezTo>
                  <a:cubicBezTo>
                    <a:pt x="107" y="386"/>
                    <a:pt x="68" y="251"/>
                    <a:pt x="0" y="135"/>
                  </a:cubicBezTo>
                  <a:cubicBezTo>
                    <a:pt x="234" y="0"/>
                    <a:pt x="234" y="0"/>
                    <a:pt x="234" y="0"/>
                  </a:cubicBezTo>
                  <a:cubicBezTo>
                    <a:pt x="325" y="155"/>
                    <a:pt x="377" y="337"/>
                    <a:pt x="377" y="530"/>
                  </a:cubicBezTo>
                  <a:close/>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grpSp>
      <p:grpSp>
        <p:nvGrpSpPr>
          <p:cNvPr id="576" name="Google Shape;576;p4"/>
          <p:cNvGrpSpPr/>
          <p:nvPr/>
        </p:nvGrpSpPr>
        <p:grpSpPr>
          <a:xfrm>
            <a:off x="4480975" y="2133768"/>
            <a:ext cx="3639021" cy="2991232"/>
            <a:chOff x="3826097" y="1557639"/>
            <a:chExt cx="4561049" cy="3749129"/>
          </a:xfrm>
        </p:grpSpPr>
        <p:grpSp>
          <p:nvGrpSpPr>
            <p:cNvPr id="577" name="Google Shape;577;p4"/>
            <p:cNvGrpSpPr/>
            <p:nvPr/>
          </p:nvGrpSpPr>
          <p:grpSpPr>
            <a:xfrm>
              <a:off x="4810834" y="1557639"/>
              <a:ext cx="2570332" cy="3749129"/>
              <a:chOff x="4797179" y="1557639"/>
              <a:chExt cx="2570332" cy="3749129"/>
            </a:xfrm>
          </p:grpSpPr>
          <p:sp>
            <p:nvSpPr>
              <p:cNvPr id="578" name="Google Shape;578;p4"/>
              <p:cNvSpPr txBox="1"/>
              <p:nvPr/>
            </p:nvSpPr>
            <p:spPr>
              <a:xfrm>
                <a:off x="6830381" y="1557639"/>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01</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79" name="Google Shape;579;p4"/>
              <p:cNvSpPr txBox="1"/>
              <p:nvPr/>
            </p:nvSpPr>
            <p:spPr>
              <a:xfrm>
                <a:off x="6830381" y="5029769"/>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03</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80" name="Google Shape;580;p4"/>
              <p:cNvSpPr txBox="1"/>
              <p:nvPr/>
            </p:nvSpPr>
            <p:spPr>
              <a:xfrm>
                <a:off x="4797179" y="1557639"/>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06</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81" name="Google Shape;581;p4"/>
              <p:cNvSpPr txBox="1"/>
              <p:nvPr/>
            </p:nvSpPr>
            <p:spPr>
              <a:xfrm>
                <a:off x="4797179" y="5029769"/>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04</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grpSp>
        <p:grpSp>
          <p:nvGrpSpPr>
            <p:cNvPr id="582" name="Google Shape;582;p4"/>
            <p:cNvGrpSpPr/>
            <p:nvPr/>
          </p:nvGrpSpPr>
          <p:grpSpPr>
            <a:xfrm>
              <a:off x="3826097" y="3290501"/>
              <a:ext cx="4561049" cy="276999"/>
              <a:chOff x="3826097" y="3290501"/>
              <a:chExt cx="4561049" cy="276999"/>
            </a:xfrm>
          </p:grpSpPr>
          <p:sp>
            <p:nvSpPr>
              <p:cNvPr id="583" name="Google Shape;583;p4"/>
              <p:cNvSpPr txBox="1"/>
              <p:nvPr/>
            </p:nvSpPr>
            <p:spPr>
              <a:xfrm>
                <a:off x="7850016" y="3290501"/>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02</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sp>
            <p:nvSpPr>
              <p:cNvPr id="584" name="Google Shape;584;p4"/>
              <p:cNvSpPr txBox="1"/>
              <p:nvPr/>
            </p:nvSpPr>
            <p:spPr>
              <a:xfrm>
                <a:off x="3826097" y="3290501"/>
                <a:ext cx="537130" cy="27699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2F2F2"/>
                    </a:solidFill>
                    <a:effectLst/>
                    <a:uLnTx/>
                    <a:uFillTx/>
                    <a:latin typeface="Avenir Next LT Pro" panose="020B0504020202020204" pitchFamily="34" charset="0"/>
                    <a:ea typeface="Quattrocento Sans"/>
                    <a:cs typeface="Quattrocento Sans"/>
                    <a:sym typeface="Quattrocento Sans"/>
                  </a:rPr>
                  <a:t>05</a:t>
                </a:r>
                <a:endParaRPr kumimoji="0" sz="1400" b="0" i="0" u="none" strike="noStrike" kern="0" cap="none" spc="0" normalizeH="0" baseline="0" noProof="0">
                  <a:ln>
                    <a:noFill/>
                  </a:ln>
                  <a:solidFill>
                    <a:srgbClr val="000000"/>
                  </a:solidFill>
                  <a:effectLst/>
                  <a:uLnTx/>
                  <a:uFillTx/>
                  <a:latin typeface="Avenir Next LT Pro" panose="020B0504020202020204" pitchFamily="34" charset="0"/>
                  <a:cs typeface="Arial"/>
                  <a:sym typeface="Arial"/>
                </a:endParaRPr>
              </a:p>
            </p:txBody>
          </p:sp>
        </p:grpSp>
      </p:grpSp>
      <p:grpSp>
        <p:nvGrpSpPr>
          <p:cNvPr id="585" name="Google Shape;585;p4"/>
          <p:cNvGrpSpPr/>
          <p:nvPr/>
        </p:nvGrpSpPr>
        <p:grpSpPr>
          <a:xfrm>
            <a:off x="8060310" y="1343892"/>
            <a:ext cx="3021469" cy="761232"/>
            <a:chOff x="9046712" y="3159677"/>
            <a:chExt cx="6813285" cy="954107"/>
          </a:xfrm>
        </p:grpSpPr>
        <p:sp>
          <p:nvSpPr>
            <p:cNvPr id="586" name="Google Shape;586;p4"/>
            <p:cNvSpPr txBox="1"/>
            <p:nvPr/>
          </p:nvSpPr>
          <p:spPr>
            <a:xfrm>
              <a:off x="9046712" y="3159677"/>
              <a:ext cx="6813285" cy="27699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A1. Authoring self-service</a:t>
              </a:r>
              <a:endParaRPr kumimoji="0"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endParaRPr>
            </a:p>
          </p:txBody>
        </p:sp>
        <p:sp>
          <p:nvSpPr>
            <p:cNvPr id="587" name="Google Shape;587;p4"/>
            <p:cNvSpPr txBox="1"/>
            <p:nvPr/>
          </p:nvSpPr>
          <p:spPr>
            <a:xfrm>
              <a:off x="9046714" y="3559786"/>
              <a:ext cx="5350106" cy="55399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WYSIWYG authoring experience, flexible and reusable components, new component creation without development.</a:t>
              </a:r>
              <a:endParaRPr kumimoji="0" sz="105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grpSp>
      <p:sp>
        <p:nvSpPr>
          <p:cNvPr id="588" name="Google Shape;588;p4"/>
          <p:cNvSpPr/>
          <p:nvPr/>
        </p:nvSpPr>
        <p:spPr>
          <a:xfrm>
            <a:off x="7547557" y="1477289"/>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grpSp>
        <p:nvGrpSpPr>
          <p:cNvPr id="589" name="Google Shape;589;p4"/>
          <p:cNvGrpSpPr/>
          <p:nvPr/>
        </p:nvGrpSpPr>
        <p:grpSpPr>
          <a:xfrm>
            <a:off x="9037109" y="3268896"/>
            <a:ext cx="3288312" cy="761232"/>
            <a:chOff x="9046710" y="3159677"/>
            <a:chExt cx="5039721" cy="954107"/>
          </a:xfrm>
        </p:grpSpPr>
        <p:sp>
          <p:nvSpPr>
            <p:cNvPr id="590" name="Google Shape;590;p4"/>
            <p:cNvSpPr txBox="1"/>
            <p:nvPr/>
          </p:nvSpPr>
          <p:spPr>
            <a:xfrm>
              <a:off x="9046710" y="3159677"/>
              <a:ext cx="5039721" cy="27699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A2. Rapid modernization</a:t>
              </a:r>
              <a:endParaRPr kumimoji="0"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endParaRPr>
            </a:p>
          </p:txBody>
        </p:sp>
        <p:sp>
          <p:nvSpPr>
            <p:cNvPr id="591" name="Google Shape;591;p4"/>
            <p:cNvSpPr txBox="1"/>
            <p:nvPr/>
          </p:nvSpPr>
          <p:spPr>
            <a:xfrm>
              <a:off x="9046714" y="3559786"/>
              <a:ext cx="4080795" cy="55399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Content and components migrated rapidly with Shift AI</a:t>
              </a:r>
              <a:r>
                <a:rPr lang="en-US" sz="1000" kern="0" dirty="0">
                  <a:solidFill>
                    <a:srgbClr val="000000"/>
                  </a:solidFill>
                  <a:latin typeface="Avenir Next LT Pro" panose="020B0504020202020204" pitchFamily="34" charset="0"/>
                  <a:cs typeface="Arial"/>
                  <a:sym typeface="Arial"/>
                </a:rPr>
                <a:t> through AI-assisted scripting and code conversion. </a:t>
              </a:r>
              <a:endParaRPr kumimoji="0" sz="105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grpSp>
      <p:sp>
        <p:nvSpPr>
          <p:cNvPr id="592" name="Google Shape;592;p4"/>
          <p:cNvSpPr/>
          <p:nvPr/>
        </p:nvSpPr>
        <p:spPr>
          <a:xfrm>
            <a:off x="8575345" y="3304063"/>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sp>
        <p:nvSpPr>
          <p:cNvPr id="596" name="Google Shape;596;p4"/>
          <p:cNvSpPr/>
          <p:nvPr/>
        </p:nvSpPr>
        <p:spPr>
          <a:xfrm>
            <a:off x="7547557" y="5188685"/>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grpSp>
        <p:nvGrpSpPr>
          <p:cNvPr id="597" name="Google Shape;597;p4"/>
          <p:cNvGrpSpPr/>
          <p:nvPr/>
        </p:nvGrpSpPr>
        <p:grpSpPr>
          <a:xfrm flipH="1">
            <a:off x="8028913" y="5121187"/>
            <a:ext cx="3488796" cy="780528"/>
            <a:chOff x="8725346" y="3135492"/>
            <a:chExt cx="7123392" cy="978292"/>
          </a:xfrm>
        </p:grpSpPr>
        <p:sp>
          <p:nvSpPr>
            <p:cNvPr id="598" name="Google Shape;598;p4"/>
            <p:cNvSpPr txBox="1"/>
            <p:nvPr/>
          </p:nvSpPr>
          <p:spPr>
            <a:xfrm>
              <a:off x="8725346" y="3135492"/>
              <a:ext cx="7123392" cy="249609"/>
            </a:xfrm>
            <a:prstGeom prst="rect">
              <a:avLst/>
            </a:prstGeom>
            <a:noFill/>
            <a:ln>
              <a:noFill/>
            </a:ln>
          </p:spPr>
          <p:txBody>
            <a:bodyPr spcFirstLastPara="1" wrap="square" lIns="0" tIns="0" rIns="0" bIns="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A4. Engaging &amp; powerful search </a:t>
              </a:r>
              <a:endParaRPr kumimoji="0"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endParaRPr>
            </a:p>
          </p:txBody>
        </p:sp>
        <p:sp>
          <p:nvSpPr>
            <p:cNvPr id="599" name="Google Shape;599;p4"/>
            <p:cNvSpPr txBox="1"/>
            <p:nvPr/>
          </p:nvSpPr>
          <p:spPr>
            <a:xfrm>
              <a:off x="9046716" y="3559786"/>
              <a:ext cx="6761628" cy="553998"/>
            </a:xfrm>
            <a:prstGeom prst="rect">
              <a:avLst/>
            </a:prstGeom>
            <a:noFill/>
            <a:ln>
              <a:noFill/>
            </a:ln>
          </p:spPr>
          <p:txBody>
            <a:bodyPr spcFirstLastPara="1" wrap="square" lIns="0" tIns="0" rIns="0" bIns="0" anchor="t"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Search that supports Q&amp;A, provides user-personalized results, as well as product and content recommendations based on AI analysis. </a:t>
              </a:r>
            </a:p>
          </p:txBody>
        </p:sp>
      </p:grpSp>
      <p:sp>
        <p:nvSpPr>
          <p:cNvPr id="600" name="Google Shape;600;p4"/>
          <p:cNvSpPr/>
          <p:nvPr/>
        </p:nvSpPr>
        <p:spPr>
          <a:xfrm flipH="1">
            <a:off x="4705795" y="1477289"/>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sp>
        <p:nvSpPr>
          <p:cNvPr id="604" name="Google Shape;604;p4"/>
          <p:cNvSpPr/>
          <p:nvPr/>
        </p:nvSpPr>
        <p:spPr>
          <a:xfrm flipH="1">
            <a:off x="3678007" y="3304063"/>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grpSp>
        <p:nvGrpSpPr>
          <p:cNvPr id="605" name="Google Shape;605;p4"/>
          <p:cNvGrpSpPr/>
          <p:nvPr/>
        </p:nvGrpSpPr>
        <p:grpSpPr>
          <a:xfrm flipH="1">
            <a:off x="196821" y="3285892"/>
            <a:ext cx="3294368" cy="761231"/>
            <a:chOff x="9046712" y="3159678"/>
            <a:chExt cx="4534114" cy="954106"/>
          </a:xfrm>
        </p:grpSpPr>
        <p:sp>
          <p:nvSpPr>
            <p:cNvPr id="606" name="Google Shape;606;p4"/>
            <p:cNvSpPr txBox="1"/>
            <p:nvPr/>
          </p:nvSpPr>
          <p:spPr>
            <a:xfrm>
              <a:off x="9046712" y="3159678"/>
              <a:ext cx="4534114" cy="238735"/>
            </a:xfrm>
            <a:prstGeom prst="rect">
              <a:avLst/>
            </a:prstGeom>
            <a:noFill/>
            <a:ln>
              <a:noFill/>
            </a:ln>
          </p:spPr>
          <p:txBody>
            <a:bodyPr spcFirstLastPara="1" wrap="square" lIns="0" tIns="0" rIns="0" bIns="0" anchor="ctr" anchorCtr="0">
              <a:noAutofit/>
            </a:bodyPr>
            <a:lstStyle/>
            <a:p>
              <a:pPr lvl="0" algn="r">
                <a:buClr>
                  <a:srgbClr val="000000"/>
                </a:buCl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A5. </a:t>
              </a:r>
              <a:r>
                <a:rPr lang="en-US" sz="1600" b="1" kern="0" dirty="0">
                  <a:solidFill>
                    <a:srgbClr val="000000"/>
                  </a:solidFill>
                  <a:latin typeface="Avenir Next LT Pro" panose="020B0504020202020204" pitchFamily="34" charset="0"/>
                  <a:ea typeface="Quattrocento Sans"/>
                  <a:cs typeface="Quattrocento Sans"/>
                  <a:sym typeface="Quattrocento Sans"/>
                </a:rPr>
                <a:t>Modern &amp; future-proof stack</a:t>
              </a:r>
              <a:endParaRPr kumimoji="0"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endParaRPr>
            </a:p>
          </p:txBody>
        </p:sp>
        <p:sp>
          <p:nvSpPr>
            <p:cNvPr id="607" name="Google Shape;607;p4"/>
            <p:cNvSpPr txBox="1"/>
            <p:nvPr/>
          </p:nvSpPr>
          <p:spPr>
            <a:xfrm>
              <a:off x="9046715" y="3559786"/>
              <a:ext cx="3964673" cy="553998"/>
            </a:xfrm>
            <a:prstGeom prst="rect">
              <a:avLst/>
            </a:prstGeom>
            <a:noFill/>
            <a:ln>
              <a:noFill/>
            </a:ln>
          </p:spPr>
          <p:txBody>
            <a:bodyPr spcFirstLastPara="1" wrap="square" lIns="0" tIns="0" rIns="0" bIns="0" anchor="t" anchorCtr="0">
              <a:noAutofit/>
            </a:bodyPr>
            <a:lstStyle/>
            <a:p>
              <a:pPr lvl="0" algn="r">
                <a:buClr>
                  <a:srgbClr val="000000"/>
                </a:buClr>
                <a:defRPr/>
              </a:pPr>
              <a:r>
                <a:rPr lang="en-US" sz="1000" kern="0" dirty="0">
                  <a:solidFill>
                    <a:srgbClr val="000000"/>
                  </a:solidFill>
                  <a:latin typeface="Avenir Next LT Pro" panose="020B0504020202020204" pitchFamily="34" charset="0"/>
                  <a:cs typeface="Arial"/>
                  <a:sym typeface="Arial"/>
                </a:rPr>
                <a:t>Standardize, scalable, secure, long-living and cost-effective operationally environments. Modern light-weight implementation, hosting, and maintenance.</a:t>
              </a:r>
            </a:p>
          </p:txBody>
        </p:sp>
      </p:grpSp>
      <p:sp>
        <p:nvSpPr>
          <p:cNvPr id="608" name="Google Shape;608;p4"/>
          <p:cNvSpPr/>
          <p:nvPr/>
        </p:nvSpPr>
        <p:spPr>
          <a:xfrm flipH="1">
            <a:off x="4705795" y="5188685"/>
            <a:ext cx="324268" cy="645533"/>
          </a:xfrm>
          <a:custGeom>
            <a:avLst/>
            <a:gdLst/>
            <a:ahLst/>
            <a:cxnLst/>
            <a:rect l="l" t="t" r="r" b="b"/>
            <a:pathLst>
              <a:path w="593629" h="1181760" extrusionOk="0">
                <a:moveTo>
                  <a:pt x="590880" y="0"/>
                </a:moveTo>
                <a:lnTo>
                  <a:pt x="593629" y="277"/>
                </a:lnTo>
                <a:lnTo>
                  <a:pt x="593629" y="1181483"/>
                </a:lnTo>
                <a:lnTo>
                  <a:pt x="590880" y="1181760"/>
                </a:lnTo>
                <a:cubicBezTo>
                  <a:pt x="264546" y="1181760"/>
                  <a:pt x="0" y="917214"/>
                  <a:pt x="0" y="590880"/>
                </a:cubicBezTo>
                <a:cubicBezTo>
                  <a:pt x="0" y="264546"/>
                  <a:pt x="264546" y="0"/>
                  <a:pt x="590880" y="0"/>
                </a:cubicBezTo>
                <a:close/>
              </a:path>
            </a:pathLst>
          </a:custGeom>
          <a:solidFill>
            <a:srgbClr val="51515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venir Next LT Pro" panose="020B0504020202020204" pitchFamily="34" charset="0"/>
              <a:cs typeface="Arial"/>
              <a:sym typeface="Arial"/>
            </a:endParaRPr>
          </a:p>
        </p:txBody>
      </p:sp>
      <p:cxnSp>
        <p:nvCxnSpPr>
          <p:cNvPr id="643" name="Google Shape;643;p4"/>
          <p:cNvCxnSpPr>
            <a:stCxn id="567" idx="0"/>
            <a:endCxn id="596" idx="4"/>
          </p:cNvCxnSpPr>
          <p:nvPr/>
        </p:nvCxnSpPr>
        <p:spPr>
          <a:xfrm>
            <a:off x="7311325" y="5390654"/>
            <a:ext cx="236100" cy="120900"/>
          </a:xfrm>
          <a:prstGeom prst="straightConnector1">
            <a:avLst/>
          </a:prstGeom>
          <a:noFill/>
          <a:ln w="9525" cap="flat" cmpd="sng">
            <a:solidFill>
              <a:srgbClr val="3F3F3F"/>
            </a:solidFill>
            <a:prstDash val="dash"/>
            <a:miter lim="800000"/>
            <a:headEnd type="none" w="sm" len="sm"/>
            <a:tailEnd type="none" w="sm" len="sm"/>
          </a:ln>
        </p:spPr>
      </p:cxnSp>
      <p:cxnSp>
        <p:nvCxnSpPr>
          <p:cNvPr id="644" name="Google Shape;644;p4"/>
          <p:cNvCxnSpPr>
            <a:stCxn id="568" idx="0"/>
            <a:endCxn id="592" idx="4"/>
          </p:cNvCxnSpPr>
          <p:nvPr/>
        </p:nvCxnSpPr>
        <p:spPr>
          <a:xfrm>
            <a:off x="8330638" y="3626830"/>
            <a:ext cx="244800" cy="0"/>
          </a:xfrm>
          <a:prstGeom prst="straightConnector1">
            <a:avLst/>
          </a:prstGeom>
          <a:noFill/>
          <a:ln w="9525" cap="flat" cmpd="sng">
            <a:solidFill>
              <a:srgbClr val="3F3F3F"/>
            </a:solidFill>
            <a:prstDash val="dash"/>
            <a:miter lim="800000"/>
            <a:headEnd type="none" w="sm" len="sm"/>
            <a:tailEnd type="none" w="sm" len="sm"/>
          </a:ln>
        </p:spPr>
      </p:cxnSp>
      <p:cxnSp>
        <p:nvCxnSpPr>
          <p:cNvPr id="645" name="Google Shape;645;p4"/>
          <p:cNvCxnSpPr>
            <a:stCxn id="569" idx="0"/>
            <a:endCxn id="588" idx="4"/>
          </p:cNvCxnSpPr>
          <p:nvPr/>
        </p:nvCxnSpPr>
        <p:spPr>
          <a:xfrm rot="10800000" flipH="1">
            <a:off x="7311325" y="1799996"/>
            <a:ext cx="236100" cy="61800"/>
          </a:xfrm>
          <a:prstGeom prst="straightConnector1">
            <a:avLst/>
          </a:prstGeom>
          <a:noFill/>
          <a:ln w="9525" cap="flat" cmpd="sng">
            <a:solidFill>
              <a:srgbClr val="3F3F3F"/>
            </a:solidFill>
            <a:prstDash val="dash"/>
            <a:miter lim="800000"/>
            <a:headEnd type="none" w="sm" len="sm"/>
            <a:tailEnd type="none" w="sm" len="sm"/>
          </a:ln>
        </p:spPr>
      </p:cxnSp>
      <p:cxnSp>
        <p:nvCxnSpPr>
          <p:cNvPr id="646" name="Google Shape;646;p4"/>
          <p:cNvCxnSpPr>
            <a:stCxn id="600" idx="4"/>
          </p:cNvCxnSpPr>
          <p:nvPr/>
        </p:nvCxnSpPr>
        <p:spPr>
          <a:xfrm>
            <a:off x="5030063" y="1800055"/>
            <a:ext cx="236700" cy="57300"/>
          </a:xfrm>
          <a:prstGeom prst="straightConnector1">
            <a:avLst/>
          </a:prstGeom>
          <a:noFill/>
          <a:ln w="9525" cap="flat" cmpd="sng">
            <a:solidFill>
              <a:srgbClr val="3F3F3F"/>
            </a:solidFill>
            <a:prstDash val="dash"/>
            <a:miter lim="800000"/>
            <a:headEnd type="none" w="sm" len="sm"/>
            <a:tailEnd type="none" w="sm" len="sm"/>
          </a:ln>
        </p:spPr>
      </p:cxnSp>
      <p:cxnSp>
        <p:nvCxnSpPr>
          <p:cNvPr id="647" name="Google Shape;647;p4"/>
          <p:cNvCxnSpPr>
            <a:stCxn id="604" idx="4"/>
            <a:endCxn id="565" idx="0"/>
          </p:cNvCxnSpPr>
          <p:nvPr/>
        </p:nvCxnSpPr>
        <p:spPr>
          <a:xfrm>
            <a:off x="4002275" y="3626829"/>
            <a:ext cx="251100" cy="0"/>
          </a:xfrm>
          <a:prstGeom prst="straightConnector1">
            <a:avLst/>
          </a:prstGeom>
          <a:noFill/>
          <a:ln w="9525" cap="flat" cmpd="sng">
            <a:solidFill>
              <a:srgbClr val="3F3F3F"/>
            </a:solidFill>
            <a:prstDash val="dash"/>
            <a:miter lim="800000"/>
            <a:headEnd type="none" w="sm" len="sm"/>
            <a:tailEnd type="none" w="sm" len="sm"/>
          </a:ln>
        </p:spPr>
      </p:cxnSp>
      <p:cxnSp>
        <p:nvCxnSpPr>
          <p:cNvPr id="648" name="Google Shape;648;p4"/>
          <p:cNvCxnSpPr>
            <a:stCxn id="608" idx="4"/>
          </p:cNvCxnSpPr>
          <p:nvPr/>
        </p:nvCxnSpPr>
        <p:spPr>
          <a:xfrm rot="10800000" flipH="1">
            <a:off x="5030063" y="5358751"/>
            <a:ext cx="241500" cy="152700"/>
          </a:xfrm>
          <a:prstGeom prst="straightConnector1">
            <a:avLst/>
          </a:prstGeom>
          <a:noFill/>
          <a:ln w="9525" cap="flat" cmpd="sng">
            <a:solidFill>
              <a:srgbClr val="3F3F3F"/>
            </a:solidFill>
            <a:prstDash val="dash"/>
            <a:miter lim="800000"/>
            <a:headEnd type="none" w="sm" len="sm"/>
            <a:tailEnd type="none" w="sm" len="sm"/>
          </a:ln>
        </p:spPr>
      </p:cxnSp>
      <p:sp>
        <p:nvSpPr>
          <p:cNvPr id="649" name="Google Shape;649;p4"/>
          <p:cNvSpPr txBox="1"/>
          <p:nvPr/>
        </p:nvSpPr>
        <p:spPr>
          <a:xfrm>
            <a:off x="5394936" y="3242547"/>
            <a:ext cx="1940847" cy="923330"/>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Modernization,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 agility,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growth </a:t>
            </a:r>
            <a:endParaRPr kumimoji="0" sz="12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sp>
        <p:nvSpPr>
          <p:cNvPr id="650" name="Google Shape;650;p4"/>
          <p:cNvSpPr txBox="1"/>
          <p:nvPr/>
        </p:nvSpPr>
        <p:spPr>
          <a:xfrm>
            <a:off x="449732" y="255968"/>
            <a:ext cx="11117718" cy="369332"/>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venir Next LT Pro" panose="020B0504020202020204" pitchFamily="34" charset="0"/>
                <a:ea typeface="Avenir"/>
                <a:cs typeface="Arial" panose="020B0604020202020204" pitchFamily="34" charset="0"/>
                <a:sym typeface="Avenir"/>
              </a:rPr>
              <a:t>Core tenants of the Lattice Semiconductor AI-driven digital modernization </a:t>
            </a:r>
            <a:endParaRPr kumimoji="0" sz="14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grpSp>
        <p:nvGrpSpPr>
          <p:cNvPr id="2" name="Google Shape;601;p4"/>
          <p:cNvGrpSpPr/>
          <p:nvPr/>
        </p:nvGrpSpPr>
        <p:grpSpPr>
          <a:xfrm flipH="1">
            <a:off x="1006077" y="5154097"/>
            <a:ext cx="3472211" cy="779122"/>
            <a:chOff x="8263532" y="3159677"/>
            <a:chExt cx="6033074" cy="976530"/>
          </a:xfrm>
        </p:grpSpPr>
        <p:sp>
          <p:nvSpPr>
            <p:cNvPr id="3" name="Google Shape;602;p4"/>
            <p:cNvSpPr txBox="1"/>
            <p:nvPr/>
          </p:nvSpPr>
          <p:spPr>
            <a:xfrm>
              <a:off x="8263532" y="3159677"/>
              <a:ext cx="6033074" cy="276999"/>
            </a:xfrm>
            <a:prstGeom prst="rect">
              <a:avLst/>
            </a:prstGeom>
            <a:noFill/>
            <a:ln>
              <a:noFill/>
            </a:ln>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A3. Security &amp; quality control</a:t>
              </a:r>
            </a:p>
          </p:txBody>
        </p:sp>
        <p:sp>
          <p:nvSpPr>
            <p:cNvPr id="4" name="Google Shape;603;p4"/>
            <p:cNvSpPr txBox="1"/>
            <p:nvPr/>
          </p:nvSpPr>
          <p:spPr>
            <a:xfrm>
              <a:off x="8263532" y="3582209"/>
              <a:ext cx="5128514" cy="553998"/>
            </a:xfrm>
            <a:prstGeom prst="rect">
              <a:avLst/>
            </a:prstGeom>
            <a:noFill/>
            <a:ln>
              <a:noFill/>
            </a:ln>
          </p:spPr>
          <p:txBody>
            <a:bodyPr spcFirstLastPara="1" wrap="square" lIns="0" tIns="0" rIns="0" bIns="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OWASP Top 10, PII standard practices; AI development </a:t>
              </a:r>
              <a:r>
                <a:rPr lang="en-US" sz="1000" kern="0" dirty="0">
                  <a:solidFill>
                    <a:srgbClr val="000000"/>
                  </a:solidFill>
                  <a:latin typeface="Avenir Next LT Pro" panose="020B0504020202020204" pitchFamily="34" charset="0"/>
                  <a:cs typeface="Arial"/>
                  <a:sym typeface="Arial"/>
                </a:rPr>
                <a:t>instructions; </a:t>
              </a: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code quality scans.</a:t>
              </a:r>
            </a:p>
          </p:txBody>
        </p:sp>
      </p:grpSp>
      <p:grpSp>
        <p:nvGrpSpPr>
          <p:cNvPr id="9" name="Google Shape;605;p4">
            <a:extLst>
              <a:ext uri="{FF2B5EF4-FFF2-40B4-BE49-F238E27FC236}">
                <a16:creationId xmlns:a16="http://schemas.microsoft.com/office/drawing/2014/main" id="{7C3BE276-B4FB-28E0-B1B6-ECD5C723A744}"/>
              </a:ext>
            </a:extLst>
          </p:cNvPr>
          <p:cNvGrpSpPr/>
          <p:nvPr/>
        </p:nvGrpSpPr>
        <p:grpSpPr>
          <a:xfrm flipH="1">
            <a:off x="1400114" y="1288808"/>
            <a:ext cx="3035552" cy="761232"/>
            <a:chOff x="9046712" y="3159677"/>
            <a:chExt cx="4177900" cy="954107"/>
          </a:xfrm>
        </p:grpSpPr>
        <p:sp>
          <p:nvSpPr>
            <p:cNvPr id="10" name="Google Shape;606;p4">
              <a:extLst>
                <a:ext uri="{FF2B5EF4-FFF2-40B4-BE49-F238E27FC236}">
                  <a16:creationId xmlns:a16="http://schemas.microsoft.com/office/drawing/2014/main" id="{A1FB843B-0828-4028-26EF-01A1E3863BD5}"/>
                </a:ext>
              </a:extLst>
            </p:cNvPr>
            <p:cNvSpPr txBox="1"/>
            <p:nvPr/>
          </p:nvSpPr>
          <p:spPr>
            <a:xfrm>
              <a:off x="9046712" y="3159677"/>
              <a:ext cx="4177900" cy="276999"/>
            </a:xfrm>
            <a:prstGeom prst="rect">
              <a:avLst/>
            </a:prstGeom>
            <a:noFill/>
            <a:ln>
              <a:noFill/>
            </a:ln>
          </p:spPr>
          <p:txBody>
            <a:bodyPr spcFirstLastPara="1"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rPr>
                <a:t>A6. Scalability and flexibility</a:t>
              </a:r>
              <a:endParaRPr kumimoji="0" sz="1600" b="1" i="0" u="none" strike="noStrike" kern="0" cap="none" spc="0" normalizeH="0" baseline="0" noProof="0" dirty="0">
                <a:ln>
                  <a:noFill/>
                </a:ln>
                <a:solidFill>
                  <a:srgbClr val="000000"/>
                </a:solidFill>
                <a:effectLst/>
                <a:uLnTx/>
                <a:uFillTx/>
                <a:latin typeface="Avenir Next LT Pro" panose="020B0504020202020204" pitchFamily="34" charset="0"/>
                <a:ea typeface="Quattrocento Sans"/>
                <a:cs typeface="Quattrocento Sans"/>
                <a:sym typeface="Quattrocento Sans"/>
              </a:endParaRPr>
            </a:p>
          </p:txBody>
        </p:sp>
        <p:sp>
          <p:nvSpPr>
            <p:cNvPr id="11" name="Google Shape;607;p4">
              <a:extLst>
                <a:ext uri="{FF2B5EF4-FFF2-40B4-BE49-F238E27FC236}">
                  <a16:creationId xmlns:a16="http://schemas.microsoft.com/office/drawing/2014/main" id="{E11D562D-1EF1-BB32-489D-9274D6B4B9CB}"/>
                </a:ext>
              </a:extLst>
            </p:cNvPr>
            <p:cNvSpPr txBox="1"/>
            <p:nvPr/>
          </p:nvSpPr>
          <p:spPr>
            <a:xfrm>
              <a:off x="9046715" y="3559786"/>
              <a:ext cx="3964673" cy="553998"/>
            </a:xfrm>
            <a:prstGeom prst="rect">
              <a:avLst/>
            </a:prstGeom>
            <a:noFill/>
            <a:ln>
              <a:noFill/>
            </a:ln>
          </p:spPr>
          <p:txBody>
            <a:bodyPr spcFirstLastPara="1" wrap="square" lIns="0" tIns="0" rIns="0" bIns="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rPr>
                <a:t>Global atomic content model that is flexible, extensible, scalable, modular, and reusable  Modern scalable solution architecture that allows for cost-effective changes,.</a:t>
              </a:r>
            </a:p>
          </p:txBody>
        </p:sp>
      </p:grpSp>
      <p:pic>
        <p:nvPicPr>
          <p:cNvPr id="12" name="Picture 11">
            <a:extLst>
              <a:ext uri="{FF2B5EF4-FFF2-40B4-BE49-F238E27FC236}">
                <a16:creationId xmlns:a16="http://schemas.microsoft.com/office/drawing/2014/main" id="{3126FF9B-5ED4-17D5-F2A6-CB52732474B7}"/>
              </a:ext>
            </a:extLst>
          </p:cNvPr>
          <p:cNvPicPr>
            <a:picLocks noChangeAspect="1"/>
          </p:cNvPicPr>
          <p:nvPr/>
        </p:nvPicPr>
        <p:blipFill>
          <a:blip r:embed="rId3"/>
          <a:stretch>
            <a:fillRect/>
          </a:stretch>
        </p:blipFill>
        <p:spPr>
          <a:xfrm>
            <a:off x="324613" y="6251223"/>
            <a:ext cx="970787" cy="350820"/>
          </a:xfrm>
          <a:prstGeom prst="rect">
            <a:avLst/>
          </a:prstGeom>
        </p:spPr>
      </p:pic>
      <p:sp>
        <p:nvSpPr>
          <p:cNvPr id="5" name="Slide Number Placeholder 1">
            <a:extLst>
              <a:ext uri="{FF2B5EF4-FFF2-40B4-BE49-F238E27FC236}">
                <a16:creationId xmlns:a16="http://schemas.microsoft.com/office/drawing/2014/main" id="{1248BD68-6DB7-9184-D287-0C8AFC199906}"/>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a:extLst>
              <a:ext uri="{FF2B5EF4-FFF2-40B4-BE49-F238E27FC236}">
                <a16:creationId xmlns:a16="http://schemas.microsoft.com/office/drawing/2014/main" id="{FE7780A5-D994-4776-E37C-5D67FBC35209}"/>
              </a:ext>
            </a:extLst>
          </p:cNvPr>
          <p:cNvSpPr txBox="1">
            <a:spLocks noChangeArrowheads="1"/>
          </p:cNvSpPr>
          <p:nvPr/>
        </p:nvSpPr>
        <p:spPr bwMode="auto">
          <a:xfrm>
            <a:off x="1126444" y="1769354"/>
            <a:ext cx="1810206"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altLang="en-US" sz="4000" b="1" i="0" u="none" strike="noStrike" kern="1200" cap="none" spc="0" normalizeH="0" baseline="0" noProof="0">
                <a:ln>
                  <a:noFill/>
                </a:ln>
                <a:solidFill>
                  <a:srgbClr val="538321"/>
                </a:solidFill>
                <a:effectLst/>
                <a:uLnTx/>
                <a:uFillTx/>
                <a:latin typeface="Avenir Next LT Pro"/>
              </a:rPr>
              <a:t>50%+</a:t>
            </a:r>
          </a:p>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srgbClr val="3D3B47"/>
                </a:solidFill>
                <a:effectLst/>
                <a:uLnTx/>
                <a:uFillTx/>
                <a:latin typeface="Avenir Next LT Pro"/>
              </a:rPr>
              <a:t>reduction in</a:t>
            </a:r>
            <a:endParaRPr lang="en-US" altLang="en-US" sz="1200" b="0" i="0" u="none" strike="noStrike" kern="1200" cap="none" spc="0" normalizeH="0" baseline="0" noProof="0">
              <a:ln>
                <a:noFill/>
              </a:ln>
              <a:solidFill>
                <a:srgbClr val="3D3B47"/>
              </a:solidFill>
              <a:effectLst/>
              <a:uLnTx/>
              <a:uFillTx/>
              <a:latin typeface="Avenir Next LT Pro"/>
            </a:endParaRPr>
          </a:p>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srgbClr val="3D3B47"/>
                </a:solidFill>
                <a:effectLst/>
                <a:uLnTx/>
                <a:uFillTx/>
                <a:latin typeface="Avenir Next LT Pro"/>
              </a:rPr>
              <a:t>content authoring </a:t>
            </a:r>
            <a:r>
              <a:rPr lang="en-US" altLang="en-US" sz="1200">
                <a:solidFill>
                  <a:srgbClr val="3D3B47"/>
                </a:solidFill>
                <a:latin typeface="Avenir Next LT Pro"/>
              </a:rPr>
              <a:t>time </a:t>
            </a:r>
          </a:p>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1200">
                <a:solidFill>
                  <a:srgbClr val="3D3B47"/>
                </a:solidFill>
                <a:latin typeface="Avenir Next LT Pro"/>
              </a:rPr>
              <a:t>with Page Builder</a:t>
            </a:r>
            <a:endParaRPr lang="en-US" altLang="en-US" sz="1200" b="0" i="0" u="none" strike="noStrike" kern="1200" cap="none" spc="0" normalizeH="0" baseline="30000" noProof="0">
              <a:ln>
                <a:noFill/>
              </a:ln>
              <a:solidFill>
                <a:srgbClr val="3D3B47"/>
              </a:solidFill>
              <a:effectLst/>
              <a:uLnTx/>
              <a:uFillTx/>
              <a:latin typeface="Avenir Next LT Pro" panose="020B0504020202020204" pitchFamily="34" charset="0"/>
            </a:endParaRPr>
          </a:p>
        </p:txBody>
      </p:sp>
      <p:sp>
        <p:nvSpPr>
          <p:cNvPr id="11" name="Text Box 2">
            <a:extLst>
              <a:ext uri="{FF2B5EF4-FFF2-40B4-BE49-F238E27FC236}">
                <a16:creationId xmlns:a16="http://schemas.microsoft.com/office/drawing/2014/main" id="{3F2D45E1-7B7F-BEE1-D932-206B59C2C413}"/>
              </a:ext>
            </a:extLst>
          </p:cNvPr>
          <p:cNvSpPr txBox="1">
            <a:spLocks noChangeArrowheads="1"/>
          </p:cNvSpPr>
          <p:nvPr/>
        </p:nvSpPr>
        <p:spPr bwMode="auto">
          <a:xfrm>
            <a:off x="3814828" y="1769354"/>
            <a:ext cx="1917529"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4000" b="1">
                <a:solidFill>
                  <a:srgbClr val="538321"/>
                </a:solidFill>
                <a:latin typeface="Avenir Next LT Pro"/>
              </a:rPr>
              <a:t>$50K+</a:t>
            </a:r>
            <a:endParaRPr kumimoji="0" lang="en-US" altLang="en-US" sz="4000" b="1" i="0" u="none" strike="noStrike" kern="1200" cap="none" spc="0" normalizeH="0" baseline="0" noProof="0">
              <a:ln>
                <a:noFill/>
              </a:ln>
              <a:solidFill>
                <a:srgbClr val="538321"/>
              </a:solidFill>
              <a:effectLst/>
              <a:uLnTx/>
              <a:uFillTx/>
              <a:latin typeface="Avenir Next LT Pro"/>
            </a:endParaRPr>
          </a:p>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1200">
                <a:solidFill>
                  <a:srgbClr val="3D3B47"/>
                </a:solidFill>
                <a:latin typeface="Avenir Next LT Pro"/>
              </a:rPr>
              <a:t>Maintenance savings due to elimination of upgrades annually</a:t>
            </a:r>
            <a:endParaRPr lang="en-US" altLang="en-US" sz="1200" b="0" i="0" u="none" strike="noStrike" kern="1200" cap="none" spc="0" normalizeH="0" baseline="30000" noProof="0">
              <a:ln>
                <a:noFill/>
              </a:ln>
              <a:solidFill>
                <a:srgbClr val="3D3B47"/>
              </a:solidFill>
              <a:effectLst/>
              <a:uLnTx/>
              <a:uFillTx/>
              <a:latin typeface="Avenir Next LT Pro" panose="020B0504020202020204" pitchFamily="34" charset="0"/>
            </a:endParaRPr>
          </a:p>
        </p:txBody>
      </p:sp>
      <p:sp>
        <p:nvSpPr>
          <p:cNvPr id="13" name="Text Box 2">
            <a:extLst>
              <a:ext uri="{FF2B5EF4-FFF2-40B4-BE49-F238E27FC236}">
                <a16:creationId xmlns:a16="http://schemas.microsoft.com/office/drawing/2014/main" id="{44928741-079F-8E53-741A-16F5928AC48E}"/>
              </a:ext>
            </a:extLst>
          </p:cNvPr>
          <p:cNvSpPr txBox="1">
            <a:spLocks noChangeArrowheads="1"/>
          </p:cNvSpPr>
          <p:nvPr/>
        </p:nvSpPr>
        <p:spPr bwMode="auto">
          <a:xfrm>
            <a:off x="1126444" y="4708512"/>
            <a:ext cx="1250421"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4000" b="1" dirty="0">
                <a:solidFill>
                  <a:srgbClr val="538321"/>
                </a:solidFill>
                <a:latin typeface="Avenir Next LT Pro"/>
              </a:rPr>
              <a:t>23</a:t>
            </a:r>
            <a:r>
              <a:rPr kumimoji="0" lang="en-US" altLang="en-US" sz="4000" b="1" i="0" u="none" strike="noStrike" kern="1200" cap="none" spc="0" normalizeH="0" baseline="0" noProof="0" dirty="0">
                <a:ln>
                  <a:noFill/>
                </a:ln>
                <a:solidFill>
                  <a:srgbClr val="538321"/>
                </a:solidFill>
                <a:effectLst/>
                <a:uLnTx/>
                <a:uFillTx/>
                <a:latin typeface="Avenir Next LT Pro"/>
              </a:rPr>
              <a:t>%</a:t>
            </a:r>
          </a:p>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3D3B47"/>
                </a:solidFill>
                <a:effectLst/>
                <a:uLnTx/>
                <a:uFillTx/>
                <a:latin typeface="Avenir Next LT Pro"/>
              </a:rPr>
              <a:t>faster time to </a:t>
            </a:r>
            <a:r>
              <a:rPr lang="en-US" altLang="en-US" sz="1200" dirty="0">
                <a:solidFill>
                  <a:srgbClr val="3D3B47"/>
                </a:solidFill>
                <a:latin typeface="Avenir Next LT Pro"/>
              </a:rPr>
              <a:t>market</a:t>
            </a:r>
            <a:endParaRPr lang="en-US" altLang="en-US" sz="1200" b="0" i="0" u="none" strike="noStrike" kern="1200" cap="none" spc="0" normalizeH="0" baseline="30000" noProof="0" dirty="0">
              <a:ln>
                <a:noFill/>
              </a:ln>
              <a:solidFill>
                <a:srgbClr val="3D3B47"/>
              </a:solidFill>
              <a:effectLst/>
              <a:uLnTx/>
              <a:uFillTx/>
              <a:latin typeface="Avenir Next LT Pro" panose="020B0504020202020204" pitchFamily="34" charset="0"/>
            </a:endParaRPr>
          </a:p>
        </p:txBody>
      </p:sp>
      <p:sp>
        <p:nvSpPr>
          <p:cNvPr id="14" name="Text Box 2">
            <a:extLst>
              <a:ext uri="{FF2B5EF4-FFF2-40B4-BE49-F238E27FC236}">
                <a16:creationId xmlns:a16="http://schemas.microsoft.com/office/drawing/2014/main" id="{5EA0B25A-6EFF-F32A-C667-6542FC68FAD3}"/>
              </a:ext>
            </a:extLst>
          </p:cNvPr>
          <p:cNvSpPr txBox="1">
            <a:spLocks noChangeArrowheads="1"/>
          </p:cNvSpPr>
          <p:nvPr/>
        </p:nvSpPr>
        <p:spPr bwMode="auto">
          <a:xfrm>
            <a:off x="3814828" y="3238933"/>
            <a:ext cx="2129368"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4000" b="1" dirty="0">
                <a:solidFill>
                  <a:srgbClr val="538321"/>
                </a:solidFill>
                <a:latin typeface="Avenir Next LT Pro"/>
              </a:rPr>
              <a:t>100</a:t>
            </a:r>
            <a:r>
              <a:rPr kumimoji="0" lang="en-US" altLang="en-US" sz="4000" b="1" i="0" u="none" strike="noStrike" kern="1200" cap="none" spc="0" normalizeH="0" baseline="0" noProof="0" dirty="0">
                <a:ln>
                  <a:noFill/>
                </a:ln>
                <a:solidFill>
                  <a:srgbClr val="538321"/>
                </a:solidFill>
                <a:effectLst/>
                <a:uLnTx/>
                <a:uFillTx/>
                <a:latin typeface="Avenir Next LT Pro"/>
              </a:rPr>
              <a:t>%</a:t>
            </a:r>
          </a:p>
          <a:p>
            <a:pPr eaLnBrk="0" fontAlgn="base" hangingPunct="0">
              <a:defRPr/>
            </a:pPr>
            <a:r>
              <a:rPr kumimoji="0" lang="en-US" altLang="en-US" sz="1200" b="0" i="0" u="none" strike="noStrike" kern="1200" cap="none" spc="0" normalizeH="0" baseline="0" noProof="0" dirty="0">
                <a:ln>
                  <a:noFill/>
                </a:ln>
                <a:solidFill>
                  <a:srgbClr val="3D3B47"/>
                </a:solidFill>
                <a:effectLst/>
                <a:uLnTx/>
                <a:uFillTx/>
                <a:latin typeface="Avenir Next LT Pro"/>
              </a:rPr>
              <a:t>decrease in backend component development</a:t>
            </a:r>
            <a:endParaRPr lang="en-US" altLang="en-US" sz="1200" b="0" i="0" u="none" strike="noStrike" kern="1200" cap="none" spc="0" normalizeH="0" baseline="30000" noProof="0" dirty="0">
              <a:ln>
                <a:noFill/>
              </a:ln>
              <a:solidFill>
                <a:srgbClr val="3D3B47"/>
              </a:solidFill>
              <a:effectLst/>
              <a:uLnTx/>
              <a:uFillTx/>
              <a:latin typeface="Avenir Next LT Pro" panose="020B0504020202020204" pitchFamily="34" charset="0"/>
            </a:endParaRPr>
          </a:p>
        </p:txBody>
      </p:sp>
      <p:sp>
        <p:nvSpPr>
          <p:cNvPr id="15" name="Text Box 2">
            <a:extLst>
              <a:ext uri="{FF2B5EF4-FFF2-40B4-BE49-F238E27FC236}">
                <a16:creationId xmlns:a16="http://schemas.microsoft.com/office/drawing/2014/main" id="{8513DABA-2C4D-628F-0D8A-2C77A7CC50D6}"/>
              </a:ext>
            </a:extLst>
          </p:cNvPr>
          <p:cNvSpPr txBox="1">
            <a:spLocks noChangeArrowheads="1"/>
          </p:cNvSpPr>
          <p:nvPr/>
        </p:nvSpPr>
        <p:spPr bwMode="auto">
          <a:xfrm>
            <a:off x="1126444" y="3238933"/>
            <a:ext cx="1917529"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4000" b="1" dirty="0">
                <a:solidFill>
                  <a:srgbClr val="538321"/>
                </a:solidFill>
                <a:latin typeface="Avenir Next LT Pro"/>
              </a:rPr>
              <a:t>3x+</a:t>
            </a:r>
            <a:endParaRPr kumimoji="0" lang="en-US" altLang="en-US" sz="4000" b="1" i="0" u="none" strike="noStrike" kern="1200" cap="none" spc="0" normalizeH="0" baseline="0" noProof="0" dirty="0">
              <a:ln>
                <a:noFill/>
              </a:ln>
              <a:solidFill>
                <a:srgbClr val="538321"/>
              </a:solidFill>
              <a:effectLst/>
              <a:uLnTx/>
              <a:uFillTx/>
              <a:latin typeface="Avenir Next LT Pro"/>
            </a:endParaRPr>
          </a:p>
          <a:p>
            <a:pPr marL="0" marR="0" lvl="0" indent="0" algn="l" defTabSz="914400" rtl="0" eaLnBrk="0" fontAlgn="base"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3D3B47"/>
                </a:solidFill>
                <a:effectLst/>
                <a:uLnTx/>
                <a:uFillTx/>
                <a:latin typeface="Avenir Next LT Pro"/>
              </a:rPr>
              <a:t>increase in </a:t>
            </a:r>
            <a:r>
              <a:rPr lang="en-US" altLang="en-US" sz="1200" b="0" i="0" u="none" strike="noStrike" kern="1200" cap="none" spc="0" normalizeH="0" baseline="0" noProof="0" dirty="0">
                <a:ln>
                  <a:noFill/>
                </a:ln>
                <a:effectLst/>
                <a:uLnTx/>
                <a:uFillTx/>
                <a:latin typeface="Avenir Next LT Pro" panose="020B0504020202020204" pitchFamily="34" charset="0"/>
              </a:rPr>
              <a:t>development speed due to AI tooling </a:t>
            </a:r>
            <a:endParaRPr lang="en-US" altLang="en-US" sz="1200" b="0" i="0" u="none" strike="noStrike" kern="1200" cap="none" spc="0" normalizeH="0" baseline="30000" noProof="0" dirty="0">
              <a:ln>
                <a:noFill/>
              </a:ln>
              <a:solidFill>
                <a:srgbClr val="3D3B47"/>
              </a:solidFill>
              <a:effectLst/>
              <a:uLnTx/>
              <a:uFillTx/>
              <a:latin typeface="Avenir Next LT Pro" panose="020B0504020202020204" pitchFamily="34" charset="0"/>
            </a:endParaRPr>
          </a:p>
        </p:txBody>
      </p:sp>
      <p:sp>
        <p:nvSpPr>
          <p:cNvPr id="4" name="Google Shape;650;p4">
            <a:extLst>
              <a:ext uri="{FF2B5EF4-FFF2-40B4-BE49-F238E27FC236}">
                <a16:creationId xmlns:a16="http://schemas.microsoft.com/office/drawing/2014/main" id="{EABB3E44-F5D7-572A-6C39-460F289DB8F3}"/>
              </a:ext>
            </a:extLst>
          </p:cNvPr>
          <p:cNvSpPr txBox="1"/>
          <p:nvPr/>
        </p:nvSpPr>
        <p:spPr>
          <a:xfrm>
            <a:off x="449732" y="255968"/>
            <a:ext cx="11117718" cy="369332"/>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venir Next LT Pro" panose="020B0504020202020204" pitchFamily="34" charset="0"/>
                <a:ea typeface="Avenir"/>
                <a:cs typeface="Arial" panose="020B0604020202020204" pitchFamily="34" charset="0"/>
                <a:sym typeface="Avenir"/>
              </a:rPr>
              <a:t>Sitecore XM Cloud is a leap towards self-service and lower TCO</a:t>
            </a:r>
            <a:endParaRPr kumimoji="0" sz="14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sp>
        <p:nvSpPr>
          <p:cNvPr id="7" name="Google Shape;681;p5">
            <a:extLst>
              <a:ext uri="{FF2B5EF4-FFF2-40B4-BE49-F238E27FC236}">
                <a16:creationId xmlns:a16="http://schemas.microsoft.com/office/drawing/2014/main" id="{F3C75394-D7C3-5E2B-A88E-326A0C027C14}"/>
              </a:ext>
            </a:extLst>
          </p:cNvPr>
          <p:cNvSpPr txBox="1">
            <a:spLocks/>
          </p:cNvSpPr>
          <p:nvPr/>
        </p:nvSpPr>
        <p:spPr>
          <a:xfrm>
            <a:off x="9281160" y="6445756"/>
            <a:ext cx="2743200" cy="365125"/>
          </a:xfrm>
          <a:prstGeom prst="rect">
            <a:avLst/>
          </a:prstGeom>
          <a:no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SzPts val="1000"/>
            </a:pPr>
            <a:fld id="{00000000-1234-1234-1234-123412341234}" type="slidenum">
              <a:rPr lang="en-US" smtClean="0">
                <a:latin typeface="+mj-lt"/>
              </a:rPr>
              <a:pPr algn="r">
                <a:buSzPts val="1000"/>
              </a:pPr>
              <a:t>6</a:t>
            </a:fld>
            <a:endParaRPr lang="en-US">
              <a:latin typeface="+mj-lt"/>
            </a:endParaRPr>
          </a:p>
        </p:txBody>
      </p:sp>
      <p:pic>
        <p:nvPicPr>
          <p:cNvPr id="8" name="Picture 7">
            <a:extLst>
              <a:ext uri="{FF2B5EF4-FFF2-40B4-BE49-F238E27FC236}">
                <a16:creationId xmlns:a16="http://schemas.microsoft.com/office/drawing/2014/main" id="{67573049-C0D8-44F2-5318-BA40415A39A6}"/>
              </a:ext>
            </a:extLst>
          </p:cNvPr>
          <p:cNvPicPr>
            <a:picLocks noChangeAspect="1"/>
          </p:cNvPicPr>
          <p:nvPr/>
        </p:nvPicPr>
        <p:blipFill>
          <a:blip r:embed="rId3"/>
          <a:srcRect b="22519"/>
          <a:stretch>
            <a:fillRect/>
          </a:stretch>
        </p:blipFill>
        <p:spPr>
          <a:xfrm>
            <a:off x="6428241" y="1058844"/>
            <a:ext cx="8352526" cy="5313666"/>
          </a:xfrm>
          <a:prstGeom prst="rect">
            <a:avLst/>
          </a:prstGeom>
        </p:spPr>
      </p:pic>
      <p:pic>
        <p:nvPicPr>
          <p:cNvPr id="9" name="Picture 8" descr="A black screen with a black background&#10;&#10;AI-generated content may be incorrect.">
            <a:extLst>
              <a:ext uri="{FF2B5EF4-FFF2-40B4-BE49-F238E27FC236}">
                <a16:creationId xmlns:a16="http://schemas.microsoft.com/office/drawing/2014/main" id="{7E38CC20-8759-5E98-4287-8ECB82400D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3585" y="939668"/>
            <a:ext cx="9713904" cy="5918332"/>
          </a:xfrm>
          <a:prstGeom prst="rect">
            <a:avLst/>
          </a:prstGeom>
        </p:spPr>
      </p:pic>
      <p:sp>
        <p:nvSpPr>
          <p:cNvPr id="22" name="Text Box 2">
            <a:extLst>
              <a:ext uri="{FF2B5EF4-FFF2-40B4-BE49-F238E27FC236}">
                <a16:creationId xmlns:a16="http://schemas.microsoft.com/office/drawing/2014/main" id="{340DF979-7505-6789-0D0C-75609F46FE71}"/>
              </a:ext>
            </a:extLst>
          </p:cNvPr>
          <p:cNvSpPr txBox="1">
            <a:spLocks noChangeArrowheads="1"/>
          </p:cNvSpPr>
          <p:nvPr/>
        </p:nvSpPr>
        <p:spPr bwMode="auto">
          <a:xfrm>
            <a:off x="3846231" y="4708512"/>
            <a:ext cx="2284462" cy="105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4000" b="1" dirty="0">
                <a:solidFill>
                  <a:srgbClr val="538321"/>
                </a:solidFill>
                <a:latin typeface="Avenir Next LT Pro"/>
              </a:rPr>
              <a:t>100%</a:t>
            </a:r>
            <a:endParaRPr kumimoji="0" lang="en-US" altLang="en-US" sz="4000" b="1" i="0" u="none" strike="noStrike" kern="1200" cap="none" spc="0" normalizeH="0" baseline="0" noProof="0" dirty="0">
              <a:ln>
                <a:noFill/>
              </a:ln>
              <a:solidFill>
                <a:srgbClr val="538321"/>
              </a:solidFill>
              <a:effectLst/>
              <a:uLnTx/>
              <a:uFillTx/>
              <a:latin typeface="Avenir Next LT Pro"/>
            </a:endParaRPr>
          </a:p>
          <a:p>
            <a:pPr marL="0" marR="0" lvl="0" indent="0" algn="l" defTabSz="914400" rtl="0" eaLnBrk="0" fontAlgn="base" latinLnBrk="0" hangingPunct="0">
              <a:lnSpc>
                <a:spcPct val="100000"/>
              </a:lnSpc>
              <a:spcBef>
                <a:spcPts val="0"/>
              </a:spcBef>
              <a:spcAft>
                <a:spcPts val="0"/>
              </a:spcAft>
              <a:buClrTx/>
              <a:buSzTx/>
              <a:buFontTx/>
              <a:buNone/>
              <a:tabLst/>
              <a:defRPr/>
            </a:pPr>
            <a:r>
              <a:rPr lang="en-US" altLang="en-US" sz="1200" dirty="0">
                <a:solidFill>
                  <a:srgbClr val="3D3B47"/>
                </a:solidFill>
                <a:latin typeface="Avenir Next LT Pro"/>
              </a:rPr>
              <a:t>d</a:t>
            </a:r>
            <a:r>
              <a:rPr kumimoji="0" lang="en-US" altLang="en-US" sz="1200" b="0" i="0" u="none" strike="noStrike" kern="1200" cap="none" spc="0" normalizeH="0" baseline="0" noProof="0" dirty="0" err="1">
                <a:ln>
                  <a:noFill/>
                </a:ln>
                <a:solidFill>
                  <a:srgbClr val="3D3B47"/>
                </a:solidFill>
                <a:effectLst/>
                <a:uLnTx/>
                <a:uFillTx/>
                <a:latin typeface="Avenir Next LT Pro"/>
              </a:rPr>
              <a:t>ecrease</a:t>
            </a:r>
            <a:r>
              <a:rPr kumimoji="0" lang="en-US" altLang="en-US" sz="1200" b="0" i="0" u="none" strike="noStrike" kern="1200" cap="none" spc="0" normalizeH="0" baseline="0" noProof="0" dirty="0">
                <a:ln>
                  <a:noFill/>
                </a:ln>
                <a:solidFill>
                  <a:srgbClr val="3D3B47"/>
                </a:solidFill>
                <a:effectLst/>
                <a:uLnTx/>
                <a:uFillTx/>
                <a:latin typeface="Avenir Next LT Pro"/>
              </a:rPr>
              <a:t> in development effort for simple components. </a:t>
            </a:r>
            <a:endParaRPr lang="en-US" altLang="en-US" sz="1200" b="0" i="0" u="none" strike="noStrike" kern="1200" cap="none" spc="0" normalizeH="0" baseline="30000" noProof="0" dirty="0">
              <a:ln>
                <a:noFill/>
              </a:ln>
              <a:solidFill>
                <a:srgbClr val="3D3B47"/>
              </a:solidFill>
              <a:effectLst/>
              <a:uLnTx/>
              <a:uFillTx/>
              <a:latin typeface="Avenir Next LT Pro" panose="020B0504020202020204" pitchFamily="34" charset="0"/>
            </a:endParaRPr>
          </a:p>
        </p:txBody>
      </p:sp>
      <p:pic>
        <p:nvPicPr>
          <p:cNvPr id="2" name="Picture 1">
            <a:extLst>
              <a:ext uri="{FF2B5EF4-FFF2-40B4-BE49-F238E27FC236}">
                <a16:creationId xmlns:a16="http://schemas.microsoft.com/office/drawing/2014/main" id="{F71B6D6C-A10A-9CBB-EB63-B4CC7295F44E}"/>
              </a:ext>
            </a:extLst>
          </p:cNvPr>
          <p:cNvPicPr>
            <a:picLocks noChangeAspect="1"/>
          </p:cNvPicPr>
          <p:nvPr/>
        </p:nvPicPr>
        <p:blipFill>
          <a:blip r:embed="rId5"/>
          <a:stretch>
            <a:fillRect/>
          </a:stretch>
        </p:blipFill>
        <p:spPr>
          <a:xfrm>
            <a:off x="324613" y="6251223"/>
            <a:ext cx="970787" cy="350820"/>
          </a:xfrm>
          <a:prstGeom prst="rect">
            <a:avLst/>
          </a:prstGeom>
        </p:spPr>
      </p:pic>
    </p:spTree>
    <p:extLst>
      <p:ext uri="{BB962C8B-B14F-4D97-AF65-F5344CB8AC3E}">
        <p14:creationId xmlns:p14="http://schemas.microsoft.com/office/powerpoint/2010/main" val="327135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80BF08E-98CA-BF72-5ED1-78894834467D}"/>
              </a:ext>
            </a:extLst>
          </p:cNvPr>
          <p:cNvSpPr/>
          <p:nvPr/>
        </p:nvSpPr>
        <p:spPr>
          <a:xfrm>
            <a:off x="9982200" y="3388806"/>
            <a:ext cx="1273696" cy="1037047"/>
          </a:xfrm>
          <a:prstGeom prst="roundRect">
            <a:avLst>
              <a:gd name="adj" fmla="val 9443"/>
            </a:avLst>
          </a:prstGeom>
          <a:solidFill>
            <a:srgbClr val="B3BAC8"/>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800">
              <a:latin typeface="Avenir Next LT Pro" panose="020B0504020202020204" pitchFamily="34" charset="0"/>
            </a:endParaRPr>
          </a:p>
        </p:txBody>
      </p:sp>
      <p:sp>
        <p:nvSpPr>
          <p:cNvPr id="2" name="Slide Number Placeholder 1">
            <a:extLst>
              <a:ext uri="{FF2B5EF4-FFF2-40B4-BE49-F238E27FC236}">
                <a16:creationId xmlns:a16="http://schemas.microsoft.com/office/drawing/2014/main" id="{D2599B43-17E0-40AE-C402-DA015EF7AB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Rectangle: Rounded Corners 2">
            <a:extLst>
              <a:ext uri="{FF2B5EF4-FFF2-40B4-BE49-F238E27FC236}">
                <a16:creationId xmlns:a16="http://schemas.microsoft.com/office/drawing/2014/main" id="{1602CD0A-6028-B822-B1B5-5043D3BA568B}"/>
              </a:ext>
            </a:extLst>
          </p:cNvPr>
          <p:cNvSpPr/>
          <p:nvPr/>
        </p:nvSpPr>
        <p:spPr>
          <a:xfrm>
            <a:off x="6410739" y="1476194"/>
            <a:ext cx="4828753" cy="1223670"/>
          </a:xfrm>
          <a:prstGeom prst="roundRect">
            <a:avLst>
              <a:gd name="adj" fmla="val 9443"/>
            </a:avLst>
          </a:prstGeom>
          <a:solidFill>
            <a:srgbClr val="CDD4C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800">
              <a:latin typeface="Avenir Next LT Pro" panose="020B0504020202020204" pitchFamily="34" charset="0"/>
            </a:endParaRPr>
          </a:p>
        </p:txBody>
      </p:sp>
      <p:sp>
        <p:nvSpPr>
          <p:cNvPr id="4" name="Rectangle: Rounded Corners 3">
            <a:extLst>
              <a:ext uri="{FF2B5EF4-FFF2-40B4-BE49-F238E27FC236}">
                <a16:creationId xmlns:a16="http://schemas.microsoft.com/office/drawing/2014/main" id="{F6BD63B1-ABFA-B81E-5D58-4BE0EEE6D86A}"/>
              </a:ext>
            </a:extLst>
          </p:cNvPr>
          <p:cNvSpPr/>
          <p:nvPr/>
        </p:nvSpPr>
        <p:spPr>
          <a:xfrm>
            <a:off x="6410739" y="526037"/>
            <a:ext cx="4828753" cy="877518"/>
          </a:xfrm>
          <a:prstGeom prst="roundRect">
            <a:avLst>
              <a:gd name="adj" fmla="val 9443"/>
            </a:avLst>
          </a:prstGeom>
          <a:solidFill>
            <a:srgbClr val="CDD4C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800">
              <a:latin typeface="Avenir Next LT Pro" panose="020B0504020202020204" pitchFamily="34" charset="0"/>
            </a:endParaRPr>
          </a:p>
        </p:txBody>
      </p:sp>
      <p:sp>
        <p:nvSpPr>
          <p:cNvPr id="5" name="Rectangle 195">
            <a:extLst>
              <a:ext uri="{FF2B5EF4-FFF2-40B4-BE49-F238E27FC236}">
                <a16:creationId xmlns:a16="http://schemas.microsoft.com/office/drawing/2014/main" id="{0F4AA7C0-019F-1C79-4171-2A144DB52766}"/>
              </a:ext>
            </a:extLst>
          </p:cNvPr>
          <p:cNvSpPr>
            <a:spLocks noChangeArrowheads="1"/>
          </p:cNvSpPr>
          <p:nvPr/>
        </p:nvSpPr>
        <p:spPr bwMode="auto">
          <a:xfrm>
            <a:off x="7997704" y="332708"/>
            <a:ext cx="164946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venir Next LT Pro" panose="020B0504020202020204" pitchFamily="34" charset="0"/>
              </a:rPr>
              <a:t>User Experience</a:t>
            </a:r>
            <a:endParaRPr kumimoji="0" lang="en-US" altLang="en-US" sz="1000" b="0" i="0" u="none" strike="noStrike" cap="none" normalizeH="0" baseline="0">
              <a:ln>
                <a:noFill/>
              </a:ln>
              <a:solidFill>
                <a:schemeClr val="tx1"/>
              </a:solidFill>
              <a:effectLst/>
              <a:latin typeface="Avenir Next LT Pro" panose="020B0504020202020204" pitchFamily="34" charset="0"/>
            </a:endParaRPr>
          </a:p>
        </p:txBody>
      </p:sp>
      <p:sp>
        <p:nvSpPr>
          <p:cNvPr id="6" name="Rectangle 195">
            <a:extLst>
              <a:ext uri="{FF2B5EF4-FFF2-40B4-BE49-F238E27FC236}">
                <a16:creationId xmlns:a16="http://schemas.microsoft.com/office/drawing/2014/main" id="{00DE9A04-8478-36E3-C2AA-B15AB8363F13}"/>
              </a:ext>
            </a:extLst>
          </p:cNvPr>
          <p:cNvSpPr>
            <a:spLocks noChangeArrowheads="1"/>
          </p:cNvSpPr>
          <p:nvPr/>
        </p:nvSpPr>
        <p:spPr bwMode="auto">
          <a:xfrm>
            <a:off x="8256649" y="573837"/>
            <a:ext cx="11369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800">
                <a:latin typeface="Avenir Next LT Pro" panose="020B0504020202020204" pitchFamily="34" charset="0"/>
              </a:rPr>
              <a:t>Client-side</a:t>
            </a:r>
          </a:p>
        </p:txBody>
      </p:sp>
      <p:sp>
        <p:nvSpPr>
          <p:cNvPr id="7" name="Rectangle 195">
            <a:extLst>
              <a:ext uri="{FF2B5EF4-FFF2-40B4-BE49-F238E27FC236}">
                <a16:creationId xmlns:a16="http://schemas.microsoft.com/office/drawing/2014/main" id="{F69D62BA-CDA0-EA3D-F076-31FB4BEC7916}"/>
              </a:ext>
            </a:extLst>
          </p:cNvPr>
          <p:cNvSpPr>
            <a:spLocks noChangeArrowheads="1"/>
          </p:cNvSpPr>
          <p:nvPr/>
        </p:nvSpPr>
        <p:spPr bwMode="auto">
          <a:xfrm>
            <a:off x="8070060" y="1523384"/>
            <a:ext cx="16429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800">
                <a:latin typeface="Avenir Next LT Pro" panose="020B0504020202020204" pitchFamily="34" charset="0"/>
              </a:rPr>
              <a:t>Incremental Site Generator</a:t>
            </a:r>
          </a:p>
        </p:txBody>
      </p:sp>
      <p:sp>
        <p:nvSpPr>
          <p:cNvPr id="8" name="Rectangle 7">
            <a:extLst>
              <a:ext uri="{FF2B5EF4-FFF2-40B4-BE49-F238E27FC236}">
                <a16:creationId xmlns:a16="http://schemas.microsoft.com/office/drawing/2014/main" id="{03A56BF5-76C0-AB7B-99B6-7198BBA3EC0F}"/>
              </a:ext>
            </a:extLst>
          </p:cNvPr>
          <p:cNvSpPr/>
          <p:nvPr/>
        </p:nvSpPr>
        <p:spPr>
          <a:xfrm>
            <a:off x="6512054" y="744517"/>
            <a:ext cx="1451855"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a:solidFill>
                  <a:srgbClr val="FFFFFF"/>
                </a:solidFill>
                <a:latin typeface="Avenir Next LT Pro" panose="020B0504020202020204" pitchFamily="34" charset="0"/>
              </a:rPr>
              <a:t>CDN</a:t>
            </a:r>
          </a:p>
        </p:txBody>
      </p:sp>
      <p:sp>
        <p:nvSpPr>
          <p:cNvPr id="9" name="Rectangle 8">
            <a:extLst>
              <a:ext uri="{FF2B5EF4-FFF2-40B4-BE49-F238E27FC236}">
                <a16:creationId xmlns:a16="http://schemas.microsoft.com/office/drawing/2014/main" id="{0B5EE862-A08E-8415-F15E-F9478AEC9C3F}"/>
              </a:ext>
            </a:extLst>
          </p:cNvPr>
          <p:cNvSpPr/>
          <p:nvPr/>
        </p:nvSpPr>
        <p:spPr>
          <a:xfrm>
            <a:off x="8017211" y="744517"/>
            <a:ext cx="1610452"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a:solidFill>
                  <a:srgbClr val="FFFFFF"/>
                </a:solidFill>
                <a:latin typeface="Avenir Next LT Pro" panose="020B0504020202020204" pitchFamily="34" charset="0"/>
              </a:rPr>
              <a:t>WAF</a:t>
            </a:r>
          </a:p>
        </p:txBody>
      </p:sp>
      <p:sp>
        <p:nvSpPr>
          <p:cNvPr id="10" name="Rectangle 9">
            <a:extLst>
              <a:ext uri="{FF2B5EF4-FFF2-40B4-BE49-F238E27FC236}">
                <a16:creationId xmlns:a16="http://schemas.microsoft.com/office/drawing/2014/main" id="{38C40DCB-1D16-D143-52D1-1633CC315480}"/>
              </a:ext>
            </a:extLst>
          </p:cNvPr>
          <p:cNvSpPr/>
          <p:nvPr/>
        </p:nvSpPr>
        <p:spPr>
          <a:xfrm>
            <a:off x="9680965" y="744517"/>
            <a:ext cx="1467125"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Privacy</a:t>
            </a:r>
          </a:p>
        </p:txBody>
      </p:sp>
      <p:sp>
        <p:nvSpPr>
          <p:cNvPr id="11" name="Rectangle 10">
            <a:extLst>
              <a:ext uri="{FF2B5EF4-FFF2-40B4-BE49-F238E27FC236}">
                <a16:creationId xmlns:a16="http://schemas.microsoft.com/office/drawing/2014/main" id="{B9D61982-467A-7FBD-15BC-F7E344C63CA6}"/>
              </a:ext>
            </a:extLst>
          </p:cNvPr>
          <p:cNvSpPr/>
          <p:nvPr/>
        </p:nvSpPr>
        <p:spPr>
          <a:xfrm>
            <a:off x="6512054" y="1066357"/>
            <a:ext cx="1451855"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SSO</a:t>
            </a:r>
          </a:p>
        </p:txBody>
      </p:sp>
      <p:sp>
        <p:nvSpPr>
          <p:cNvPr id="12" name="Rectangle 11">
            <a:extLst>
              <a:ext uri="{FF2B5EF4-FFF2-40B4-BE49-F238E27FC236}">
                <a16:creationId xmlns:a16="http://schemas.microsoft.com/office/drawing/2014/main" id="{DD3F9B8E-1163-E8FA-24DC-0DA1EF5E016A}"/>
              </a:ext>
            </a:extLst>
          </p:cNvPr>
          <p:cNvSpPr/>
          <p:nvPr/>
        </p:nvSpPr>
        <p:spPr>
          <a:xfrm>
            <a:off x="8017211" y="1066357"/>
            <a:ext cx="1610452"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a:solidFill>
                  <a:srgbClr val="FFFFFF"/>
                </a:solidFill>
                <a:latin typeface="Avenir Next LT Pro" panose="020B0504020202020204" pitchFamily="34" charset="0"/>
              </a:rPr>
              <a:t>GA</a:t>
            </a:r>
          </a:p>
        </p:txBody>
      </p:sp>
      <p:sp>
        <p:nvSpPr>
          <p:cNvPr id="13" name="Rectangle 12">
            <a:extLst>
              <a:ext uri="{FF2B5EF4-FFF2-40B4-BE49-F238E27FC236}">
                <a16:creationId xmlns:a16="http://schemas.microsoft.com/office/drawing/2014/main" id="{533FC754-2CCD-6BED-2C71-3C1C789BB4C4}"/>
              </a:ext>
            </a:extLst>
          </p:cNvPr>
          <p:cNvSpPr/>
          <p:nvPr/>
        </p:nvSpPr>
        <p:spPr>
          <a:xfrm>
            <a:off x="9680965" y="1066357"/>
            <a:ext cx="1467125" cy="267364"/>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a:solidFill>
                  <a:srgbClr val="FFFFFF"/>
                </a:solidFill>
                <a:latin typeface="Avenir Next LT Pro" panose="020B0504020202020204" pitchFamily="34" charset="0"/>
              </a:rPr>
              <a:t>GTM</a:t>
            </a:r>
          </a:p>
        </p:txBody>
      </p:sp>
      <p:grpSp>
        <p:nvGrpSpPr>
          <p:cNvPr id="14" name="Group 13">
            <a:extLst>
              <a:ext uri="{FF2B5EF4-FFF2-40B4-BE49-F238E27FC236}">
                <a16:creationId xmlns:a16="http://schemas.microsoft.com/office/drawing/2014/main" id="{EF1FBFB5-CC27-804C-4A74-9F2F64900EBE}"/>
              </a:ext>
            </a:extLst>
          </p:cNvPr>
          <p:cNvGrpSpPr/>
          <p:nvPr/>
        </p:nvGrpSpPr>
        <p:grpSpPr>
          <a:xfrm>
            <a:off x="6507098" y="1710735"/>
            <a:ext cx="4636035" cy="884358"/>
            <a:chOff x="12382579" y="-2957513"/>
            <a:chExt cx="7737159" cy="1663504"/>
          </a:xfrm>
        </p:grpSpPr>
        <p:grpSp>
          <p:nvGrpSpPr>
            <p:cNvPr id="15" name="Group 14">
              <a:extLst>
                <a:ext uri="{FF2B5EF4-FFF2-40B4-BE49-F238E27FC236}">
                  <a16:creationId xmlns:a16="http://schemas.microsoft.com/office/drawing/2014/main" id="{6AFF15F7-9EE2-8C30-279C-080867081B7B}"/>
                </a:ext>
              </a:extLst>
            </p:cNvPr>
            <p:cNvGrpSpPr/>
            <p:nvPr/>
          </p:nvGrpSpPr>
          <p:grpSpPr>
            <a:xfrm>
              <a:off x="12382579" y="-2957513"/>
              <a:ext cx="7737159" cy="502920"/>
              <a:chOff x="12382579" y="-2957512"/>
              <a:chExt cx="7737159" cy="404813"/>
            </a:xfrm>
          </p:grpSpPr>
          <p:sp>
            <p:nvSpPr>
              <p:cNvPr id="30" name="Rectangle 39">
                <a:extLst>
                  <a:ext uri="{FF2B5EF4-FFF2-40B4-BE49-F238E27FC236}">
                    <a16:creationId xmlns:a16="http://schemas.microsoft.com/office/drawing/2014/main" id="{6E91EC4B-E037-F8D9-71C2-A469010B6B44}"/>
                  </a:ext>
                </a:extLst>
              </p:cNvPr>
              <p:cNvSpPr>
                <a:spLocks noChangeArrowheads="1"/>
              </p:cNvSpPr>
              <p:nvPr/>
            </p:nvSpPr>
            <p:spPr bwMode="auto">
              <a:xfrm>
                <a:off x="16295260"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dirty="0">
                    <a:solidFill>
                      <a:srgbClr val="FFFFFF"/>
                    </a:solidFill>
                    <a:latin typeface="Avenir Next LT Pro" panose="020B0504020202020204" pitchFamily="34" charset="0"/>
                  </a:rPr>
                  <a:t>Licensing</a:t>
                </a:r>
                <a:endParaRPr kumimoji="0" lang="en-US" altLang="en-US" sz="800" b="0" i="0" u="none" strike="noStrike" cap="none" normalizeH="0" baseline="0" dirty="0">
                  <a:ln>
                    <a:noFill/>
                  </a:ln>
                  <a:solidFill>
                    <a:schemeClr val="tx1"/>
                  </a:solidFill>
                  <a:effectLst/>
                  <a:latin typeface="Avenir Next LT Pro" panose="020B0504020202020204" pitchFamily="34" charset="0"/>
                </a:endParaRPr>
              </a:p>
            </p:txBody>
          </p:sp>
          <p:sp>
            <p:nvSpPr>
              <p:cNvPr id="31" name="Rectangle 33">
                <a:extLst>
                  <a:ext uri="{FF2B5EF4-FFF2-40B4-BE49-F238E27FC236}">
                    <a16:creationId xmlns:a16="http://schemas.microsoft.com/office/drawing/2014/main" id="{0E849672-4F76-E667-ECD8-95722AFB5F73}"/>
                  </a:ext>
                </a:extLst>
              </p:cNvPr>
              <p:cNvSpPr>
                <a:spLocks noChangeArrowheads="1"/>
              </p:cNvSpPr>
              <p:nvPr/>
            </p:nvSpPr>
            <p:spPr bwMode="auto">
              <a:xfrm>
                <a:off x="14991033"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kumimoji="0" lang="en-US" altLang="en-US" sz="800" b="0" i="0" u="none" strike="noStrike" cap="none" normalizeH="0" baseline="0">
                    <a:ln>
                      <a:noFill/>
                    </a:ln>
                    <a:solidFill>
                      <a:srgbClr val="FFFFFF"/>
                    </a:solidFill>
                    <a:effectLst/>
                    <a:latin typeface="Avenir Next LT Pro" panose="020B0504020202020204" pitchFamily="34" charset="0"/>
                  </a:rPr>
                  <a:t>Products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32" name="Rectangle 27">
                <a:extLst>
                  <a:ext uri="{FF2B5EF4-FFF2-40B4-BE49-F238E27FC236}">
                    <a16:creationId xmlns:a16="http://schemas.microsoft.com/office/drawing/2014/main" id="{CA23B4B1-81BD-D815-6AC6-4B18C900B7AC}"/>
                  </a:ext>
                </a:extLst>
              </p:cNvPr>
              <p:cNvSpPr>
                <a:spLocks noChangeArrowheads="1"/>
              </p:cNvSpPr>
              <p:nvPr/>
            </p:nvSpPr>
            <p:spPr bwMode="auto">
              <a:xfrm>
                <a:off x="13686806"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Search</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33" name="Rectangle 27">
                <a:extLst>
                  <a:ext uri="{FF2B5EF4-FFF2-40B4-BE49-F238E27FC236}">
                    <a16:creationId xmlns:a16="http://schemas.microsoft.com/office/drawing/2014/main" id="{56BA6738-FD84-7CD7-4916-AA43C57DC192}"/>
                  </a:ext>
                </a:extLst>
              </p:cNvPr>
              <p:cNvSpPr>
                <a:spLocks noChangeArrowheads="1"/>
              </p:cNvSpPr>
              <p:nvPr/>
            </p:nvSpPr>
            <p:spPr bwMode="auto">
              <a:xfrm>
                <a:off x="12382579"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dirty="0">
                    <a:solidFill>
                      <a:srgbClr val="FFFFFF"/>
                    </a:solidFill>
                    <a:latin typeface="Avenir Next LT Pro" panose="020B0504020202020204" pitchFamily="34" charset="0"/>
                  </a:rPr>
                  <a:t>Securities</a:t>
                </a:r>
                <a:endParaRPr kumimoji="0" lang="en-US" altLang="en-US" sz="800" b="0" i="0" u="none" strike="noStrike" cap="none" normalizeH="0" baseline="0" dirty="0">
                  <a:ln>
                    <a:noFill/>
                  </a:ln>
                  <a:solidFill>
                    <a:schemeClr val="tx1"/>
                  </a:solidFill>
                  <a:effectLst/>
                  <a:latin typeface="Avenir Next LT Pro" panose="020B0504020202020204" pitchFamily="34" charset="0"/>
                </a:endParaRPr>
              </a:p>
            </p:txBody>
          </p:sp>
          <p:sp>
            <p:nvSpPr>
              <p:cNvPr id="34" name="Rectangle 39">
                <a:extLst>
                  <a:ext uri="{FF2B5EF4-FFF2-40B4-BE49-F238E27FC236}">
                    <a16:creationId xmlns:a16="http://schemas.microsoft.com/office/drawing/2014/main" id="{BE4DD376-7019-35A3-164B-E9E83EF8EF83}"/>
                  </a:ext>
                </a:extLst>
              </p:cNvPr>
              <p:cNvSpPr>
                <a:spLocks noChangeArrowheads="1"/>
              </p:cNvSpPr>
              <p:nvPr/>
            </p:nvSpPr>
            <p:spPr bwMode="auto">
              <a:xfrm>
                <a:off x="18903713"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Industries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35" name="Rectangle 33">
                <a:extLst>
                  <a:ext uri="{FF2B5EF4-FFF2-40B4-BE49-F238E27FC236}">
                    <a16:creationId xmlns:a16="http://schemas.microsoft.com/office/drawing/2014/main" id="{435E64AD-3C08-26E4-BEE6-5846B1828706}"/>
                  </a:ext>
                </a:extLst>
              </p:cNvPr>
              <p:cNvSpPr>
                <a:spLocks noChangeArrowheads="1"/>
              </p:cNvSpPr>
              <p:nvPr/>
            </p:nvSpPr>
            <p:spPr bwMode="auto">
              <a:xfrm>
                <a:off x="17599487" y="-2957512"/>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Locations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grpSp>
        <p:grpSp>
          <p:nvGrpSpPr>
            <p:cNvPr id="16" name="Group 15">
              <a:extLst>
                <a:ext uri="{FF2B5EF4-FFF2-40B4-BE49-F238E27FC236}">
                  <a16:creationId xmlns:a16="http://schemas.microsoft.com/office/drawing/2014/main" id="{D218CB92-EE13-317C-27D6-5DB08E5F8475}"/>
                </a:ext>
              </a:extLst>
            </p:cNvPr>
            <p:cNvGrpSpPr/>
            <p:nvPr/>
          </p:nvGrpSpPr>
          <p:grpSpPr>
            <a:xfrm>
              <a:off x="12382579" y="-2377221"/>
              <a:ext cx="7737159" cy="502920"/>
              <a:chOff x="12382579" y="-2420144"/>
              <a:chExt cx="7737159" cy="404813"/>
            </a:xfrm>
          </p:grpSpPr>
          <p:sp>
            <p:nvSpPr>
              <p:cNvPr id="24" name="Rectangle 39">
                <a:extLst>
                  <a:ext uri="{FF2B5EF4-FFF2-40B4-BE49-F238E27FC236}">
                    <a16:creationId xmlns:a16="http://schemas.microsoft.com/office/drawing/2014/main" id="{AD4DA0EC-FF8A-77B1-ADF5-721E79C27835}"/>
                  </a:ext>
                </a:extLst>
              </p:cNvPr>
              <p:cNvSpPr>
                <a:spLocks noChangeArrowheads="1"/>
              </p:cNvSpPr>
              <p:nvPr/>
            </p:nvSpPr>
            <p:spPr bwMode="auto">
              <a:xfrm>
                <a:off x="16295260"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Partners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5" name="Rectangle 33">
                <a:extLst>
                  <a:ext uri="{FF2B5EF4-FFF2-40B4-BE49-F238E27FC236}">
                    <a16:creationId xmlns:a16="http://schemas.microsoft.com/office/drawing/2014/main" id="{7FE30793-6977-61EE-EF97-45CFF1BF0653}"/>
                  </a:ext>
                </a:extLst>
              </p:cNvPr>
              <p:cNvSpPr>
                <a:spLocks noChangeArrowheads="1"/>
              </p:cNvSpPr>
              <p:nvPr/>
            </p:nvSpPr>
            <p:spPr bwMode="auto">
              <a:xfrm>
                <a:off x="14991033"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Services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6" name="Rectangle 27">
                <a:extLst>
                  <a:ext uri="{FF2B5EF4-FFF2-40B4-BE49-F238E27FC236}">
                    <a16:creationId xmlns:a16="http://schemas.microsoft.com/office/drawing/2014/main" id="{3E8D559D-B720-5091-44EE-625DACC24037}"/>
                  </a:ext>
                </a:extLst>
              </p:cNvPr>
              <p:cNvSpPr>
                <a:spLocks noChangeArrowheads="1"/>
              </p:cNvSpPr>
              <p:nvPr/>
            </p:nvSpPr>
            <p:spPr bwMode="auto">
              <a:xfrm>
                <a:off x="13686806"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Solutions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7" name="Rectangle 27">
                <a:extLst>
                  <a:ext uri="{FF2B5EF4-FFF2-40B4-BE49-F238E27FC236}">
                    <a16:creationId xmlns:a16="http://schemas.microsoft.com/office/drawing/2014/main" id="{E8A67C1B-603C-E4B3-9CFA-03D1C2D2A9FD}"/>
                  </a:ext>
                </a:extLst>
              </p:cNvPr>
              <p:cNvSpPr>
                <a:spLocks noChangeArrowheads="1"/>
              </p:cNvSpPr>
              <p:nvPr/>
            </p:nvSpPr>
            <p:spPr bwMode="auto">
              <a:xfrm>
                <a:off x="12382579"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Software</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8" name="Rectangle 39">
                <a:extLst>
                  <a:ext uri="{FF2B5EF4-FFF2-40B4-BE49-F238E27FC236}">
                    <a16:creationId xmlns:a16="http://schemas.microsoft.com/office/drawing/2014/main" id="{745D1B2E-A69F-0B31-2C3C-BDDD90F8DA12}"/>
                  </a:ext>
                </a:extLst>
              </p:cNvPr>
              <p:cNvSpPr>
                <a:spLocks noChangeArrowheads="1"/>
              </p:cNvSpPr>
              <p:nvPr/>
            </p:nvSpPr>
            <p:spPr bwMode="auto">
              <a:xfrm>
                <a:off x="18903713"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700">
                    <a:solidFill>
                      <a:srgbClr val="FFFFFF"/>
                    </a:solidFill>
                    <a:latin typeface="Avenir Next LT Pro" panose="020B0504020202020204" pitchFamily="34" charset="0"/>
                  </a:rPr>
                  <a:t>Announcements</a:t>
                </a:r>
                <a:endParaRPr kumimoji="0" lang="en-US" altLang="en-US" sz="700" b="0" i="0" u="none" strike="noStrike" cap="none" normalizeH="0" baseline="0">
                  <a:ln>
                    <a:noFill/>
                  </a:ln>
                  <a:solidFill>
                    <a:schemeClr val="tx1"/>
                  </a:solidFill>
                  <a:effectLst/>
                  <a:latin typeface="Avenir Next LT Pro" panose="020B0504020202020204" pitchFamily="34" charset="0"/>
                </a:endParaRPr>
              </a:p>
            </p:txBody>
          </p:sp>
          <p:sp>
            <p:nvSpPr>
              <p:cNvPr id="29" name="Rectangle 33">
                <a:extLst>
                  <a:ext uri="{FF2B5EF4-FFF2-40B4-BE49-F238E27FC236}">
                    <a16:creationId xmlns:a16="http://schemas.microsoft.com/office/drawing/2014/main" id="{9097D05A-FC05-0529-0551-C7352E7CE3F7}"/>
                  </a:ext>
                </a:extLst>
              </p:cNvPr>
              <p:cNvSpPr>
                <a:spLocks noChangeArrowheads="1"/>
              </p:cNvSpPr>
              <p:nvPr/>
            </p:nvSpPr>
            <p:spPr bwMode="auto">
              <a:xfrm>
                <a:off x="17599487" y="-2420144"/>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Blogs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grpSp>
        <p:grpSp>
          <p:nvGrpSpPr>
            <p:cNvPr id="17" name="Group 16">
              <a:extLst>
                <a:ext uri="{FF2B5EF4-FFF2-40B4-BE49-F238E27FC236}">
                  <a16:creationId xmlns:a16="http://schemas.microsoft.com/office/drawing/2014/main" id="{C0AD1AA1-E936-A8B7-3039-06019F111CF9}"/>
                </a:ext>
              </a:extLst>
            </p:cNvPr>
            <p:cNvGrpSpPr/>
            <p:nvPr/>
          </p:nvGrpSpPr>
          <p:grpSpPr>
            <a:xfrm>
              <a:off x="12382579" y="-1796929"/>
              <a:ext cx="7737159" cy="502920"/>
              <a:chOff x="12382579" y="-1890713"/>
              <a:chExt cx="7737159" cy="404813"/>
            </a:xfrm>
          </p:grpSpPr>
          <p:sp>
            <p:nvSpPr>
              <p:cNvPr id="18" name="Rectangle 39">
                <a:extLst>
                  <a:ext uri="{FF2B5EF4-FFF2-40B4-BE49-F238E27FC236}">
                    <a16:creationId xmlns:a16="http://schemas.microsoft.com/office/drawing/2014/main" id="{EB39B4FA-5C23-EC4E-874A-47867311BD62}"/>
                  </a:ext>
                </a:extLst>
              </p:cNvPr>
              <p:cNvSpPr>
                <a:spLocks noChangeArrowheads="1"/>
              </p:cNvSpPr>
              <p:nvPr/>
            </p:nvSpPr>
            <p:spPr bwMode="auto">
              <a:xfrm>
                <a:off x="16295260"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Subscriptions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19" name="Rectangle 33">
                <a:extLst>
                  <a:ext uri="{FF2B5EF4-FFF2-40B4-BE49-F238E27FC236}">
                    <a16:creationId xmlns:a16="http://schemas.microsoft.com/office/drawing/2014/main" id="{E3C05A90-3C6C-60E5-B15D-6E55557BD11A}"/>
                  </a:ext>
                </a:extLst>
              </p:cNvPr>
              <p:cNvSpPr>
                <a:spLocks noChangeArrowheads="1"/>
              </p:cNvSpPr>
              <p:nvPr/>
            </p:nvSpPr>
            <p:spPr bwMode="auto">
              <a:xfrm>
                <a:off x="14991033"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Webinars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0" name="Rectangle 27">
                <a:extLst>
                  <a:ext uri="{FF2B5EF4-FFF2-40B4-BE49-F238E27FC236}">
                    <a16:creationId xmlns:a16="http://schemas.microsoft.com/office/drawing/2014/main" id="{941130F1-473F-E111-BFAE-CD6B92EECF4C}"/>
                  </a:ext>
                </a:extLst>
              </p:cNvPr>
              <p:cNvSpPr>
                <a:spLocks noChangeArrowheads="1"/>
              </p:cNvSpPr>
              <p:nvPr/>
            </p:nvSpPr>
            <p:spPr bwMode="auto">
              <a:xfrm>
                <a:off x="13686806"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Offices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1" name="Rectangle 27">
                <a:extLst>
                  <a:ext uri="{FF2B5EF4-FFF2-40B4-BE49-F238E27FC236}">
                    <a16:creationId xmlns:a16="http://schemas.microsoft.com/office/drawing/2014/main" id="{A06C9134-6DA3-327E-FE1C-B2167587BF99}"/>
                  </a:ext>
                </a:extLst>
              </p:cNvPr>
              <p:cNvSpPr>
                <a:spLocks noChangeArrowheads="1"/>
              </p:cNvSpPr>
              <p:nvPr/>
            </p:nvSpPr>
            <p:spPr bwMode="auto">
              <a:xfrm>
                <a:off x="12382579"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Events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2" name="Rectangle 39">
                <a:extLst>
                  <a:ext uri="{FF2B5EF4-FFF2-40B4-BE49-F238E27FC236}">
                    <a16:creationId xmlns:a16="http://schemas.microsoft.com/office/drawing/2014/main" id="{E26D2D1C-3989-40C3-B062-AA9FEE328AAB}"/>
                  </a:ext>
                </a:extLst>
              </p:cNvPr>
              <p:cNvSpPr>
                <a:spLocks noChangeArrowheads="1"/>
              </p:cNvSpPr>
              <p:nvPr/>
            </p:nvSpPr>
            <p:spPr bwMode="auto">
              <a:xfrm>
                <a:off x="18903713"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Files</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sp>
            <p:nvSpPr>
              <p:cNvPr id="23" name="Rectangle 33">
                <a:extLst>
                  <a:ext uri="{FF2B5EF4-FFF2-40B4-BE49-F238E27FC236}">
                    <a16:creationId xmlns:a16="http://schemas.microsoft.com/office/drawing/2014/main" id="{E01BF9A7-9DFB-7CB7-6D98-483350DEB120}"/>
                  </a:ext>
                </a:extLst>
              </p:cNvPr>
              <p:cNvSpPr>
                <a:spLocks noChangeArrowheads="1"/>
              </p:cNvSpPr>
              <p:nvPr/>
            </p:nvSpPr>
            <p:spPr bwMode="auto">
              <a:xfrm>
                <a:off x="17599487" y="-1890713"/>
                <a:ext cx="1216025" cy="404813"/>
              </a:xfrm>
              <a:prstGeom prst="rect">
                <a:avLst/>
              </a:prstGeom>
              <a:solidFill>
                <a:srgbClr val="7894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p>
                <a:pPr lvl="0" algn="ctr" eaLnBrk="0" fontAlgn="base" hangingPunct="0">
                  <a:spcBef>
                    <a:spcPct val="0"/>
                  </a:spcBef>
                  <a:spcAft>
                    <a:spcPct val="0"/>
                  </a:spcAft>
                </a:pPr>
                <a:r>
                  <a:rPr lang="en-US" altLang="en-US" sz="800">
                    <a:solidFill>
                      <a:srgbClr val="FFFFFF"/>
                    </a:solidFill>
                    <a:latin typeface="Avenir Next LT Pro" panose="020B0504020202020204" pitchFamily="34" charset="0"/>
                  </a:rPr>
                  <a:t>Account</a:t>
                </a:r>
                <a:endParaRPr kumimoji="0" lang="en-US" altLang="en-US" sz="800" b="0" i="0" u="none" strike="noStrike" cap="none" normalizeH="0" baseline="0">
                  <a:ln>
                    <a:noFill/>
                  </a:ln>
                  <a:solidFill>
                    <a:schemeClr val="tx1"/>
                  </a:solidFill>
                  <a:effectLst/>
                  <a:latin typeface="Avenir Next LT Pro" panose="020B0504020202020204" pitchFamily="34" charset="0"/>
                </a:endParaRPr>
              </a:p>
            </p:txBody>
          </p:sp>
        </p:grpSp>
      </p:grpSp>
      <p:sp>
        <p:nvSpPr>
          <p:cNvPr id="36" name="Rectangle: Rounded Corners 35">
            <a:extLst>
              <a:ext uri="{FF2B5EF4-FFF2-40B4-BE49-F238E27FC236}">
                <a16:creationId xmlns:a16="http://schemas.microsoft.com/office/drawing/2014/main" id="{79564F3D-3BF9-3357-1FFF-3234C1C7FD6F}"/>
              </a:ext>
            </a:extLst>
          </p:cNvPr>
          <p:cNvSpPr/>
          <p:nvPr/>
        </p:nvSpPr>
        <p:spPr>
          <a:xfrm>
            <a:off x="6437165" y="3375419"/>
            <a:ext cx="3448086" cy="1037047"/>
          </a:xfrm>
          <a:prstGeom prst="roundRect">
            <a:avLst>
              <a:gd name="adj" fmla="val 9443"/>
            </a:avLst>
          </a:prstGeom>
          <a:solidFill>
            <a:srgbClr val="B3BAC8"/>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800">
              <a:latin typeface="Avenir Next LT Pro" panose="020B0504020202020204" pitchFamily="34" charset="0"/>
            </a:endParaRPr>
          </a:p>
        </p:txBody>
      </p:sp>
      <p:sp>
        <p:nvSpPr>
          <p:cNvPr id="37" name="Rectangle 197">
            <a:extLst>
              <a:ext uri="{FF2B5EF4-FFF2-40B4-BE49-F238E27FC236}">
                <a16:creationId xmlns:a16="http://schemas.microsoft.com/office/drawing/2014/main" id="{3A92F890-6AAA-B438-A5A0-5AB98F7CF8E4}"/>
              </a:ext>
            </a:extLst>
          </p:cNvPr>
          <p:cNvSpPr>
            <a:spLocks noChangeArrowheads="1"/>
          </p:cNvSpPr>
          <p:nvPr/>
        </p:nvSpPr>
        <p:spPr bwMode="auto">
          <a:xfrm>
            <a:off x="8209721" y="2897621"/>
            <a:ext cx="128240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1000">
                <a:latin typeface="Avenir Next LT Pro" panose="020B0504020202020204" pitchFamily="34" charset="0"/>
              </a:rPr>
              <a:t>Content Infrastructure</a:t>
            </a:r>
            <a:endParaRPr lang="en-US" altLang="en-US" sz="1000">
              <a:solidFill>
                <a:srgbClr val="000000"/>
              </a:solidFill>
              <a:latin typeface="Avenir Next LT Pro" panose="020B0504020202020204" pitchFamily="34" charset="0"/>
            </a:endParaRPr>
          </a:p>
        </p:txBody>
      </p:sp>
      <p:sp>
        <p:nvSpPr>
          <p:cNvPr id="38" name="Rectangle 37">
            <a:extLst>
              <a:ext uri="{FF2B5EF4-FFF2-40B4-BE49-F238E27FC236}">
                <a16:creationId xmlns:a16="http://schemas.microsoft.com/office/drawing/2014/main" id="{CDDA60D1-9891-A292-38A9-2003327833EF}"/>
              </a:ext>
            </a:extLst>
          </p:cNvPr>
          <p:cNvSpPr/>
          <p:nvPr/>
        </p:nvSpPr>
        <p:spPr>
          <a:xfrm>
            <a:off x="6569487" y="3667568"/>
            <a:ext cx="1030269"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a:solidFill>
                  <a:srgbClr val="FFFFFF"/>
                </a:solidFill>
                <a:latin typeface="Avenir Next LT Pro" panose="020B0504020202020204" pitchFamily="34" charset="0"/>
              </a:rPr>
              <a:t>Page Builder</a:t>
            </a:r>
          </a:p>
        </p:txBody>
      </p:sp>
      <p:sp>
        <p:nvSpPr>
          <p:cNvPr id="39" name="Rectangle 38">
            <a:extLst>
              <a:ext uri="{FF2B5EF4-FFF2-40B4-BE49-F238E27FC236}">
                <a16:creationId xmlns:a16="http://schemas.microsoft.com/office/drawing/2014/main" id="{784DA145-8D9E-98A2-D653-9AA78D795AC5}"/>
              </a:ext>
            </a:extLst>
          </p:cNvPr>
          <p:cNvSpPr/>
          <p:nvPr/>
        </p:nvSpPr>
        <p:spPr>
          <a:xfrm>
            <a:off x="7668796" y="3667568"/>
            <a:ext cx="998988"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Components</a:t>
            </a:r>
          </a:p>
        </p:txBody>
      </p:sp>
      <p:sp>
        <p:nvSpPr>
          <p:cNvPr id="40" name="Rectangle 39">
            <a:extLst>
              <a:ext uri="{FF2B5EF4-FFF2-40B4-BE49-F238E27FC236}">
                <a16:creationId xmlns:a16="http://schemas.microsoft.com/office/drawing/2014/main" id="{D3E9A14B-4393-7E20-1724-FCC011A5F062}"/>
              </a:ext>
            </a:extLst>
          </p:cNvPr>
          <p:cNvSpPr/>
          <p:nvPr/>
        </p:nvSpPr>
        <p:spPr>
          <a:xfrm>
            <a:off x="10084893" y="3632064"/>
            <a:ext cx="1068754"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Search</a:t>
            </a:r>
          </a:p>
        </p:txBody>
      </p:sp>
      <p:sp>
        <p:nvSpPr>
          <p:cNvPr id="41" name="Rectangle 40">
            <a:extLst>
              <a:ext uri="{FF2B5EF4-FFF2-40B4-BE49-F238E27FC236}">
                <a16:creationId xmlns:a16="http://schemas.microsoft.com/office/drawing/2014/main" id="{EE7029D2-21AC-6BC9-9AA5-2B6DA4247839}"/>
              </a:ext>
            </a:extLst>
          </p:cNvPr>
          <p:cNvSpPr/>
          <p:nvPr/>
        </p:nvSpPr>
        <p:spPr>
          <a:xfrm>
            <a:off x="6556311" y="4001434"/>
            <a:ext cx="1043445"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Personalization</a:t>
            </a:r>
          </a:p>
        </p:txBody>
      </p:sp>
      <p:sp>
        <p:nvSpPr>
          <p:cNvPr id="42" name="Rectangle 41">
            <a:extLst>
              <a:ext uri="{FF2B5EF4-FFF2-40B4-BE49-F238E27FC236}">
                <a16:creationId xmlns:a16="http://schemas.microsoft.com/office/drawing/2014/main" id="{FB4A8451-AB07-017C-A67A-1A2560D9B7E7}"/>
              </a:ext>
            </a:extLst>
          </p:cNvPr>
          <p:cNvSpPr/>
          <p:nvPr/>
        </p:nvSpPr>
        <p:spPr>
          <a:xfrm>
            <a:off x="7668491" y="4001434"/>
            <a:ext cx="998988"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Testing</a:t>
            </a:r>
          </a:p>
        </p:txBody>
      </p:sp>
      <p:sp>
        <p:nvSpPr>
          <p:cNvPr id="43" name="Rectangle 197">
            <a:extLst>
              <a:ext uri="{FF2B5EF4-FFF2-40B4-BE49-F238E27FC236}">
                <a16:creationId xmlns:a16="http://schemas.microsoft.com/office/drawing/2014/main" id="{631E3EBA-C905-5BD4-BFEB-C5EFEDB411F7}"/>
              </a:ext>
            </a:extLst>
          </p:cNvPr>
          <p:cNvSpPr>
            <a:spLocks noChangeArrowheads="1"/>
          </p:cNvSpPr>
          <p:nvPr/>
        </p:nvSpPr>
        <p:spPr bwMode="auto">
          <a:xfrm>
            <a:off x="8131975" y="4676646"/>
            <a:ext cx="143789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000">
                <a:solidFill>
                  <a:srgbClr val="000000"/>
                </a:solidFill>
                <a:latin typeface="Avenir Next LT Pro" panose="020B0504020202020204" pitchFamily="34" charset="0"/>
              </a:rPr>
              <a:t>1st and 3rd Party System</a:t>
            </a:r>
          </a:p>
        </p:txBody>
      </p:sp>
      <p:sp>
        <p:nvSpPr>
          <p:cNvPr id="49" name="Rectangle: Rounded Corners 48">
            <a:extLst>
              <a:ext uri="{FF2B5EF4-FFF2-40B4-BE49-F238E27FC236}">
                <a16:creationId xmlns:a16="http://schemas.microsoft.com/office/drawing/2014/main" id="{C4112AAD-82EF-9D5F-734B-B95A072EF97A}"/>
              </a:ext>
            </a:extLst>
          </p:cNvPr>
          <p:cNvSpPr/>
          <p:nvPr/>
        </p:nvSpPr>
        <p:spPr>
          <a:xfrm>
            <a:off x="6462402" y="4922226"/>
            <a:ext cx="4777089" cy="1370198"/>
          </a:xfrm>
          <a:prstGeom prst="roundRect">
            <a:avLst>
              <a:gd name="adj" fmla="val 9443"/>
            </a:avLst>
          </a:prstGeom>
          <a:solidFill>
            <a:srgbClr val="BED0D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800">
              <a:latin typeface="Avenir Next LT Pro" panose="020B0504020202020204" pitchFamily="34" charset="0"/>
            </a:endParaRPr>
          </a:p>
        </p:txBody>
      </p:sp>
      <p:sp>
        <p:nvSpPr>
          <p:cNvPr id="50" name="Rectangle 195">
            <a:extLst>
              <a:ext uri="{FF2B5EF4-FFF2-40B4-BE49-F238E27FC236}">
                <a16:creationId xmlns:a16="http://schemas.microsoft.com/office/drawing/2014/main" id="{4E6C138C-661F-D5E0-3418-C5C0C0369F1C}"/>
              </a:ext>
            </a:extLst>
          </p:cNvPr>
          <p:cNvSpPr>
            <a:spLocks noChangeArrowheads="1"/>
          </p:cNvSpPr>
          <p:nvPr/>
        </p:nvSpPr>
        <p:spPr bwMode="auto">
          <a:xfrm>
            <a:off x="8432937" y="5004606"/>
            <a:ext cx="11369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800" dirty="0">
                <a:latin typeface="Avenir Next LT Pro" panose="020B0504020202020204" pitchFamily="34" charset="0"/>
              </a:rPr>
              <a:t>External Systems</a:t>
            </a:r>
          </a:p>
        </p:txBody>
      </p:sp>
      <p:sp>
        <p:nvSpPr>
          <p:cNvPr id="51" name="Rectangle 50">
            <a:extLst>
              <a:ext uri="{FF2B5EF4-FFF2-40B4-BE49-F238E27FC236}">
                <a16:creationId xmlns:a16="http://schemas.microsoft.com/office/drawing/2014/main" id="{FBD2836F-030F-43C1-9DDD-F8A235C2C93F}"/>
              </a:ext>
            </a:extLst>
          </p:cNvPr>
          <p:cNvSpPr/>
          <p:nvPr/>
        </p:nvSpPr>
        <p:spPr>
          <a:xfrm>
            <a:off x="6629529" y="5383779"/>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err="1">
                <a:solidFill>
                  <a:srgbClr val="FFFFFF"/>
                </a:solidFill>
                <a:latin typeface="Avenir Next LT Pro" panose="020B0504020202020204" pitchFamily="34" charset="0"/>
              </a:rPr>
              <a:t>Agilesoft</a:t>
            </a:r>
            <a:endParaRPr lang="en-US" sz="800" dirty="0">
              <a:solidFill>
                <a:srgbClr val="FFFFFF"/>
              </a:solidFill>
              <a:latin typeface="Avenir Next LT Pro" panose="020B0504020202020204" pitchFamily="34" charset="0"/>
            </a:endParaRPr>
          </a:p>
        </p:txBody>
      </p:sp>
      <p:sp>
        <p:nvSpPr>
          <p:cNvPr id="52" name="Rectangle 51">
            <a:extLst>
              <a:ext uri="{FF2B5EF4-FFF2-40B4-BE49-F238E27FC236}">
                <a16:creationId xmlns:a16="http://schemas.microsoft.com/office/drawing/2014/main" id="{D50CE7C2-7780-3669-2DD3-CE270A25181D}"/>
              </a:ext>
            </a:extLst>
          </p:cNvPr>
          <p:cNvSpPr/>
          <p:nvPr/>
        </p:nvSpPr>
        <p:spPr>
          <a:xfrm>
            <a:off x="7743991" y="5383779"/>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Zoho</a:t>
            </a:r>
          </a:p>
        </p:txBody>
      </p:sp>
      <p:sp>
        <p:nvSpPr>
          <p:cNvPr id="53" name="Rectangle 52">
            <a:extLst>
              <a:ext uri="{FF2B5EF4-FFF2-40B4-BE49-F238E27FC236}">
                <a16:creationId xmlns:a16="http://schemas.microsoft.com/office/drawing/2014/main" id="{299DAA37-A605-259B-2C93-C5B27D5C6F9A}"/>
              </a:ext>
            </a:extLst>
          </p:cNvPr>
          <p:cNvSpPr/>
          <p:nvPr/>
        </p:nvSpPr>
        <p:spPr>
          <a:xfrm>
            <a:off x="6629529" y="5722987"/>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err="1">
                <a:solidFill>
                  <a:srgbClr val="FFFFFF"/>
                </a:solidFill>
                <a:latin typeface="Avenir Next LT Pro" panose="020B0504020202020204" pitchFamily="34" charset="0"/>
              </a:rPr>
              <a:t>GetResponse</a:t>
            </a:r>
            <a:endParaRPr lang="en-US" sz="800" dirty="0">
              <a:solidFill>
                <a:srgbClr val="FFFFFF"/>
              </a:solidFill>
              <a:latin typeface="Avenir Next LT Pro" panose="020B0504020202020204" pitchFamily="34" charset="0"/>
            </a:endParaRPr>
          </a:p>
        </p:txBody>
      </p:sp>
      <p:sp>
        <p:nvSpPr>
          <p:cNvPr id="55" name="Rectangle 54">
            <a:extLst>
              <a:ext uri="{FF2B5EF4-FFF2-40B4-BE49-F238E27FC236}">
                <a16:creationId xmlns:a16="http://schemas.microsoft.com/office/drawing/2014/main" id="{374757E9-C92A-4EF5-C8AB-EF6273A845A8}"/>
              </a:ext>
            </a:extLst>
          </p:cNvPr>
          <p:cNvSpPr/>
          <p:nvPr/>
        </p:nvSpPr>
        <p:spPr>
          <a:xfrm>
            <a:off x="7753553" y="5725904"/>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err="1">
                <a:solidFill>
                  <a:srgbClr val="FFFFFF"/>
                </a:solidFill>
                <a:latin typeface="Avenir Next LT Pro" panose="020B0504020202020204" pitchFamily="34" charset="0"/>
              </a:rPr>
              <a:t>OneTrust</a:t>
            </a:r>
            <a:endParaRPr lang="en-US" sz="800" dirty="0">
              <a:solidFill>
                <a:srgbClr val="FFFFFF"/>
              </a:solidFill>
              <a:latin typeface="Avenir Next LT Pro" panose="020B0504020202020204" pitchFamily="34" charset="0"/>
            </a:endParaRPr>
          </a:p>
        </p:txBody>
      </p:sp>
      <p:sp>
        <p:nvSpPr>
          <p:cNvPr id="57" name="Oval 56">
            <a:extLst>
              <a:ext uri="{FF2B5EF4-FFF2-40B4-BE49-F238E27FC236}">
                <a16:creationId xmlns:a16="http://schemas.microsoft.com/office/drawing/2014/main" id="{9DD72D45-9D6A-B66F-8A0F-4A3FB07CBDAC}"/>
              </a:ext>
            </a:extLst>
          </p:cNvPr>
          <p:cNvSpPr/>
          <p:nvPr/>
        </p:nvSpPr>
        <p:spPr>
          <a:xfrm>
            <a:off x="10734213" y="329854"/>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1</a:t>
            </a:r>
          </a:p>
        </p:txBody>
      </p:sp>
      <p:sp>
        <p:nvSpPr>
          <p:cNvPr id="65" name="Oval 64">
            <a:extLst>
              <a:ext uri="{FF2B5EF4-FFF2-40B4-BE49-F238E27FC236}">
                <a16:creationId xmlns:a16="http://schemas.microsoft.com/office/drawing/2014/main" id="{E50EEEDC-90E8-D863-CF82-4A121DEF7F30}"/>
              </a:ext>
            </a:extLst>
          </p:cNvPr>
          <p:cNvSpPr/>
          <p:nvPr/>
        </p:nvSpPr>
        <p:spPr>
          <a:xfrm>
            <a:off x="6430104" y="3509743"/>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4</a:t>
            </a:r>
          </a:p>
        </p:txBody>
      </p:sp>
      <p:sp>
        <p:nvSpPr>
          <p:cNvPr id="66" name="Rectangle: Rounded Corners 65">
            <a:extLst>
              <a:ext uri="{FF2B5EF4-FFF2-40B4-BE49-F238E27FC236}">
                <a16:creationId xmlns:a16="http://schemas.microsoft.com/office/drawing/2014/main" id="{86F2A130-001B-FD72-805F-D1DD61FF269F}"/>
              </a:ext>
            </a:extLst>
          </p:cNvPr>
          <p:cNvSpPr/>
          <p:nvPr/>
        </p:nvSpPr>
        <p:spPr>
          <a:xfrm>
            <a:off x="6287677" y="271128"/>
            <a:ext cx="5083708" cy="2510378"/>
          </a:xfrm>
          <a:prstGeom prst="roundRect">
            <a:avLst>
              <a:gd name="adj" fmla="val 6726"/>
            </a:avLst>
          </a:prstGeom>
          <a:noFill/>
          <a:ln w="6350">
            <a:solidFill>
              <a:schemeClr val="bg1">
                <a:lumMod val="6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latin typeface="Avenir Next LT Pro" panose="020B0504020202020204" pitchFamily="34" charset="0"/>
            </a:endParaRPr>
          </a:p>
        </p:txBody>
      </p:sp>
      <p:sp>
        <p:nvSpPr>
          <p:cNvPr id="67" name="Rectangle: Rounded Corners 66">
            <a:extLst>
              <a:ext uri="{FF2B5EF4-FFF2-40B4-BE49-F238E27FC236}">
                <a16:creationId xmlns:a16="http://schemas.microsoft.com/office/drawing/2014/main" id="{3471C9FC-6577-36A9-E4DD-5F3DEE46DD5B}"/>
              </a:ext>
            </a:extLst>
          </p:cNvPr>
          <p:cNvSpPr/>
          <p:nvPr/>
        </p:nvSpPr>
        <p:spPr>
          <a:xfrm>
            <a:off x="6287676" y="2886342"/>
            <a:ext cx="5083708" cy="1639482"/>
          </a:xfrm>
          <a:prstGeom prst="roundRect">
            <a:avLst>
              <a:gd name="adj" fmla="val 9950"/>
            </a:avLst>
          </a:prstGeom>
          <a:noFill/>
          <a:ln w="6350">
            <a:solidFill>
              <a:schemeClr val="bg1">
                <a:lumMod val="6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latin typeface="Avenir Next LT Pro" panose="020B0504020202020204" pitchFamily="34" charset="0"/>
            </a:endParaRPr>
          </a:p>
        </p:txBody>
      </p:sp>
      <p:sp>
        <p:nvSpPr>
          <p:cNvPr id="68" name="Rectangle: Rounded Corners 67">
            <a:extLst>
              <a:ext uri="{FF2B5EF4-FFF2-40B4-BE49-F238E27FC236}">
                <a16:creationId xmlns:a16="http://schemas.microsoft.com/office/drawing/2014/main" id="{24551346-EED0-1047-650D-AD67C6012818}"/>
              </a:ext>
            </a:extLst>
          </p:cNvPr>
          <p:cNvSpPr/>
          <p:nvPr/>
        </p:nvSpPr>
        <p:spPr>
          <a:xfrm>
            <a:off x="6287676" y="4627214"/>
            <a:ext cx="5083708" cy="1807142"/>
          </a:xfrm>
          <a:prstGeom prst="roundRect">
            <a:avLst>
              <a:gd name="adj" fmla="val 9257"/>
            </a:avLst>
          </a:prstGeom>
          <a:noFill/>
          <a:ln w="6350">
            <a:solidFill>
              <a:schemeClr val="bg1">
                <a:lumMod val="6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latin typeface="Avenir Next LT Pro" panose="020B0504020202020204" pitchFamily="34" charset="0"/>
            </a:endParaRPr>
          </a:p>
        </p:txBody>
      </p:sp>
      <p:sp>
        <p:nvSpPr>
          <p:cNvPr id="70" name="Rectangle 69">
            <a:extLst>
              <a:ext uri="{FF2B5EF4-FFF2-40B4-BE49-F238E27FC236}">
                <a16:creationId xmlns:a16="http://schemas.microsoft.com/office/drawing/2014/main" id="{58A37D38-94AE-F56D-76DC-F5BACFD198B6}"/>
              </a:ext>
            </a:extLst>
          </p:cNvPr>
          <p:cNvSpPr/>
          <p:nvPr/>
        </p:nvSpPr>
        <p:spPr>
          <a:xfrm>
            <a:off x="10074756" y="3965909"/>
            <a:ext cx="1067653"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Personalization</a:t>
            </a:r>
          </a:p>
        </p:txBody>
      </p:sp>
      <p:sp>
        <p:nvSpPr>
          <p:cNvPr id="72" name="Content Placeholder 2">
            <a:extLst>
              <a:ext uri="{FF2B5EF4-FFF2-40B4-BE49-F238E27FC236}">
                <a16:creationId xmlns:a16="http://schemas.microsoft.com/office/drawing/2014/main" id="{B39AC067-EABC-B584-2535-6BDBDE798AA9}"/>
              </a:ext>
            </a:extLst>
          </p:cNvPr>
          <p:cNvSpPr txBox="1">
            <a:spLocks/>
          </p:cNvSpPr>
          <p:nvPr/>
        </p:nvSpPr>
        <p:spPr>
          <a:xfrm>
            <a:off x="798879" y="1347207"/>
            <a:ext cx="5132387" cy="4449586"/>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600"/>
              </a:spcBef>
              <a:spcAft>
                <a:spcPts val="600"/>
              </a:spcAft>
            </a:pPr>
            <a:r>
              <a:rPr lang="en-US" sz="1000" b="1" dirty="0">
                <a:latin typeface="Avenir Next LT Pro" panose="020B0504020202020204" pitchFamily="34" charset="0"/>
              </a:rPr>
              <a:t>Global performance, scalability, and SLA </a:t>
            </a:r>
            <a:r>
              <a:rPr lang="en-US" sz="1000" dirty="0">
                <a:latin typeface="Avenir Next LT Pro" panose="020B0504020202020204" pitchFamily="34" charset="0"/>
              </a:rPr>
              <a:t>via the lightning-fast content delivery with Next.js ISG on </a:t>
            </a:r>
            <a:r>
              <a:rPr lang="en-US" sz="1000" dirty="0" err="1">
                <a:latin typeface="Avenir Next LT Pro" panose="020B0504020202020204" pitchFamily="34" charset="0"/>
              </a:rPr>
              <a:t>Vercel’s</a:t>
            </a:r>
            <a:r>
              <a:rPr lang="en-US" sz="1000" dirty="0">
                <a:latin typeface="Avenir Next LT Pro" panose="020B0504020202020204" pitchFamily="34" charset="0"/>
              </a:rPr>
              <a:t> global edge.</a:t>
            </a:r>
          </a:p>
          <a:p>
            <a:pPr>
              <a:spcBef>
                <a:spcPts val="600"/>
              </a:spcBef>
              <a:spcAft>
                <a:spcPts val="600"/>
              </a:spcAft>
            </a:pPr>
            <a:r>
              <a:rPr lang="en-US" sz="1000" b="1" dirty="0">
                <a:latin typeface="Avenir Next LT Pro" panose="020B0504020202020204" pitchFamily="34" charset="0"/>
              </a:rPr>
              <a:t>AEO and GEO structured schema.org markup </a:t>
            </a:r>
            <a:r>
              <a:rPr lang="en-US" sz="1000" dirty="0">
                <a:latin typeface="Avenir Next LT Pro" panose="020B0504020202020204" pitchFamily="34" charset="0"/>
              </a:rPr>
              <a:t>included in layouts and components to promote AI search engine visibility.</a:t>
            </a:r>
          </a:p>
          <a:p>
            <a:pPr>
              <a:spcBef>
                <a:spcPts val="600"/>
              </a:spcBef>
              <a:spcAft>
                <a:spcPts val="600"/>
              </a:spcAft>
            </a:pPr>
            <a:r>
              <a:rPr lang="en-US" sz="1000" b="1" dirty="0">
                <a:latin typeface="Avenir Next LT Pro" panose="020B0504020202020204" pitchFamily="34" charset="0"/>
              </a:rPr>
              <a:t>Modular AI-based code architecture </a:t>
            </a:r>
            <a:r>
              <a:rPr lang="en-US" sz="1000" dirty="0">
                <a:latin typeface="Avenir Next LT Pro" panose="020B0504020202020204" pitchFamily="34" charset="0"/>
              </a:rPr>
              <a:t>set up for AI-based development including comprehensive instructions and contextual examples.</a:t>
            </a:r>
          </a:p>
          <a:p>
            <a:pPr>
              <a:spcBef>
                <a:spcPts val="600"/>
              </a:spcBef>
              <a:spcAft>
                <a:spcPts val="600"/>
              </a:spcAft>
            </a:pPr>
            <a:r>
              <a:rPr lang="en-US" sz="1000" b="1" dirty="0">
                <a:latin typeface="Avenir Next LT Pro" panose="020B0504020202020204" pitchFamily="34" charset="0"/>
              </a:rPr>
              <a:t>Point-and-click WYSIWYG authoring experience </a:t>
            </a:r>
            <a:r>
              <a:rPr lang="en-US" sz="1000" dirty="0">
                <a:latin typeface="Avenir Next LT Pro" panose="020B0504020202020204" pitchFamily="34" charset="0"/>
              </a:rPr>
              <a:t>for all components using XM Cloud.</a:t>
            </a:r>
          </a:p>
          <a:p>
            <a:pPr>
              <a:spcBef>
                <a:spcPts val="600"/>
              </a:spcBef>
              <a:spcAft>
                <a:spcPts val="600"/>
              </a:spcAft>
            </a:pPr>
            <a:r>
              <a:rPr lang="en-US" sz="1000" b="1" dirty="0">
                <a:latin typeface="Avenir Next LT Pro" panose="020B0504020202020204" pitchFamily="34" charset="0"/>
              </a:rPr>
              <a:t>Self-service with creating new components </a:t>
            </a:r>
            <a:r>
              <a:rPr lang="en-US" sz="1000" dirty="0">
                <a:latin typeface="Avenir Next LT Pro" panose="020B0504020202020204" pitchFamily="34" charset="0"/>
              </a:rPr>
              <a:t>via Sitecore XM Cloud Components, allowing authors to create new components without developer involvement.</a:t>
            </a:r>
          </a:p>
          <a:p>
            <a:pPr>
              <a:spcBef>
                <a:spcPts val="600"/>
              </a:spcBef>
              <a:spcAft>
                <a:spcPts val="600"/>
              </a:spcAft>
            </a:pPr>
            <a:r>
              <a:rPr lang="en-US" sz="1000" b="1" dirty="0">
                <a:latin typeface="Avenir Next LT Pro" panose="020B0504020202020204" pitchFamily="34" charset="0"/>
              </a:rPr>
              <a:t>Personalized search and AI-based recommendations </a:t>
            </a:r>
            <a:r>
              <a:rPr lang="en-US" sz="1000" dirty="0">
                <a:latin typeface="Avenir Next LT Pro" panose="020B0504020202020204" pitchFamily="34" charset="0"/>
              </a:rPr>
              <a:t>for more accurate and personalized results to drive higher user engagement.</a:t>
            </a:r>
          </a:p>
          <a:p>
            <a:pPr>
              <a:spcBef>
                <a:spcPts val="600"/>
              </a:spcBef>
              <a:spcAft>
                <a:spcPts val="600"/>
              </a:spcAft>
            </a:pPr>
            <a:r>
              <a:rPr lang="en-US" sz="1000" b="1" dirty="0">
                <a:latin typeface="Avenir Next LT Pro" panose="020B0504020202020204" pitchFamily="34" charset="0"/>
              </a:rPr>
              <a:t>Multi-lingual support </a:t>
            </a:r>
            <a:r>
              <a:rPr lang="en-US" sz="1000" dirty="0">
                <a:latin typeface="Avenir Next LT Pro" panose="020B0504020202020204" pitchFamily="34" charset="0"/>
              </a:rPr>
              <a:t>through native Contentful features, as well as custom content modeling with extensibility for translation for future AI-based translation.</a:t>
            </a:r>
          </a:p>
          <a:p>
            <a:pPr>
              <a:spcBef>
                <a:spcPts val="600"/>
              </a:spcBef>
              <a:spcAft>
                <a:spcPts val="600"/>
              </a:spcAft>
            </a:pPr>
            <a:r>
              <a:rPr lang="en-US" sz="1000" b="1" dirty="0">
                <a:latin typeface="Avenir Next LT Pro" panose="020B0504020202020204" pitchFamily="34" charset="0"/>
              </a:rPr>
              <a:t>Azure Entra External ID powered customer login </a:t>
            </a:r>
            <a:r>
              <a:rPr lang="en-US" sz="1000" dirty="0">
                <a:latin typeface="Avenir Next LT Pro" panose="020B0504020202020204" pitchFamily="34" charset="0"/>
              </a:rPr>
              <a:t>that ensures security and protection of customer data.</a:t>
            </a:r>
          </a:p>
          <a:p>
            <a:pPr>
              <a:spcBef>
                <a:spcPts val="600"/>
              </a:spcBef>
              <a:spcAft>
                <a:spcPts val="600"/>
              </a:spcAft>
            </a:pPr>
            <a:r>
              <a:rPr lang="en-US" sz="1000" b="1" dirty="0">
                <a:latin typeface="Avenir Next LT Pro" panose="020B0504020202020204" pitchFamily="34" charset="0"/>
              </a:rPr>
              <a:t>Authentication integration </a:t>
            </a:r>
            <a:r>
              <a:rPr lang="en-US" sz="1000" dirty="0">
                <a:latin typeface="Avenir Next LT Pro" panose="020B0504020202020204" pitchFamily="34" charset="0"/>
              </a:rPr>
              <a:t>with </a:t>
            </a:r>
            <a:r>
              <a:rPr lang="en-US" sz="1000" dirty="0" err="1">
                <a:latin typeface="Avenir Next LT Pro" panose="020B0504020202020204" pitchFamily="34" charset="0"/>
              </a:rPr>
              <a:t>Agilesoft</a:t>
            </a:r>
            <a:r>
              <a:rPr lang="en-US" sz="1000" dirty="0">
                <a:latin typeface="Avenir Next LT Pro" panose="020B0504020202020204" pitchFamily="34" charset="0"/>
              </a:rPr>
              <a:t> and Zoho at the edge with </a:t>
            </a:r>
            <a:r>
              <a:rPr lang="en-US" sz="1000" dirty="0" err="1">
                <a:latin typeface="Avenir Next LT Pro" panose="020B0504020202020204" pitchFamily="34" charset="0"/>
              </a:rPr>
              <a:t>Vercel</a:t>
            </a:r>
            <a:r>
              <a:rPr lang="en-US" sz="1000" dirty="0">
                <a:latin typeface="Avenir Next LT Pro" panose="020B0504020202020204" pitchFamily="34" charset="0"/>
              </a:rPr>
              <a:t> &amp; Next.js</a:t>
            </a:r>
          </a:p>
          <a:p>
            <a:pPr>
              <a:spcBef>
                <a:spcPts val="600"/>
              </a:spcBef>
              <a:spcAft>
                <a:spcPts val="600"/>
              </a:spcAft>
            </a:pPr>
            <a:r>
              <a:rPr lang="en-US" sz="1000" b="1" dirty="0">
                <a:latin typeface="Avenir Next LT Pro" panose="020B0504020202020204" pitchFamily="34" charset="0"/>
              </a:rPr>
              <a:t>Security and privacy compliance with </a:t>
            </a:r>
            <a:r>
              <a:rPr lang="en-US" sz="1000" dirty="0">
                <a:latin typeface="Avenir Next LT Pro" panose="020B0504020202020204" pitchFamily="34" charset="0"/>
              </a:rPr>
              <a:t>OWASP Top 10, PII, ISO 127001, GDPR.</a:t>
            </a:r>
          </a:p>
          <a:p>
            <a:pPr>
              <a:spcBef>
                <a:spcPts val="600"/>
              </a:spcBef>
              <a:spcAft>
                <a:spcPts val="600"/>
              </a:spcAft>
            </a:pPr>
            <a:endParaRPr lang="en-US" sz="1000" dirty="0">
              <a:latin typeface="Avenir Next LT Pro" panose="020B0504020202020204" pitchFamily="34" charset="0"/>
            </a:endParaRPr>
          </a:p>
        </p:txBody>
      </p:sp>
      <p:sp>
        <p:nvSpPr>
          <p:cNvPr id="76" name="Oval 75">
            <a:extLst>
              <a:ext uri="{FF2B5EF4-FFF2-40B4-BE49-F238E27FC236}">
                <a16:creationId xmlns:a16="http://schemas.microsoft.com/office/drawing/2014/main" id="{A95EC498-21AE-BC8E-D71C-7E77D61A2B93}"/>
              </a:ext>
            </a:extLst>
          </p:cNvPr>
          <p:cNvSpPr/>
          <p:nvPr/>
        </p:nvSpPr>
        <p:spPr>
          <a:xfrm>
            <a:off x="479149" y="2740578"/>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4</a:t>
            </a:r>
          </a:p>
        </p:txBody>
      </p:sp>
      <p:sp>
        <p:nvSpPr>
          <p:cNvPr id="77" name="Oval 76">
            <a:extLst>
              <a:ext uri="{FF2B5EF4-FFF2-40B4-BE49-F238E27FC236}">
                <a16:creationId xmlns:a16="http://schemas.microsoft.com/office/drawing/2014/main" id="{20C6F008-AB65-98AD-2A5F-5A79C6322BF9}"/>
              </a:ext>
            </a:extLst>
          </p:cNvPr>
          <p:cNvSpPr/>
          <p:nvPr/>
        </p:nvSpPr>
        <p:spPr>
          <a:xfrm>
            <a:off x="484664" y="3201077"/>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5</a:t>
            </a:r>
          </a:p>
        </p:txBody>
      </p:sp>
      <p:sp>
        <p:nvSpPr>
          <p:cNvPr id="78" name="Oval 77">
            <a:extLst>
              <a:ext uri="{FF2B5EF4-FFF2-40B4-BE49-F238E27FC236}">
                <a16:creationId xmlns:a16="http://schemas.microsoft.com/office/drawing/2014/main" id="{21E63ADE-4247-D176-30F5-C31FC1FEAE47}"/>
              </a:ext>
            </a:extLst>
          </p:cNvPr>
          <p:cNvSpPr/>
          <p:nvPr/>
        </p:nvSpPr>
        <p:spPr>
          <a:xfrm>
            <a:off x="479149" y="3674267"/>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6</a:t>
            </a:r>
          </a:p>
        </p:txBody>
      </p:sp>
      <p:sp>
        <p:nvSpPr>
          <p:cNvPr id="79" name="Oval 78">
            <a:extLst>
              <a:ext uri="{FF2B5EF4-FFF2-40B4-BE49-F238E27FC236}">
                <a16:creationId xmlns:a16="http://schemas.microsoft.com/office/drawing/2014/main" id="{45073584-B3CE-DF29-DEFE-51BD3C13B9B2}"/>
              </a:ext>
            </a:extLst>
          </p:cNvPr>
          <p:cNvSpPr/>
          <p:nvPr/>
        </p:nvSpPr>
        <p:spPr>
          <a:xfrm>
            <a:off x="479150" y="4160987"/>
            <a:ext cx="252413" cy="271125"/>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7</a:t>
            </a:r>
          </a:p>
        </p:txBody>
      </p:sp>
      <p:sp>
        <p:nvSpPr>
          <p:cNvPr id="80" name="Oval 79">
            <a:extLst>
              <a:ext uri="{FF2B5EF4-FFF2-40B4-BE49-F238E27FC236}">
                <a16:creationId xmlns:a16="http://schemas.microsoft.com/office/drawing/2014/main" id="{C2F770AD-3C20-37FD-1EF0-BBEFA3E7F471}"/>
              </a:ext>
            </a:extLst>
          </p:cNvPr>
          <p:cNvSpPr/>
          <p:nvPr/>
        </p:nvSpPr>
        <p:spPr>
          <a:xfrm>
            <a:off x="493324" y="4578011"/>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8</a:t>
            </a:r>
          </a:p>
        </p:txBody>
      </p:sp>
      <p:sp>
        <p:nvSpPr>
          <p:cNvPr id="81" name="Oval 80">
            <a:extLst>
              <a:ext uri="{FF2B5EF4-FFF2-40B4-BE49-F238E27FC236}">
                <a16:creationId xmlns:a16="http://schemas.microsoft.com/office/drawing/2014/main" id="{F6A5E50F-D65D-CDE8-1B30-FB180805BDC6}"/>
              </a:ext>
            </a:extLst>
          </p:cNvPr>
          <p:cNvSpPr/>
          <p:nvPr/>
        </p:nvSpPr>
        <p:spPr>
          <a:xfrm>
            <a:off x="504275" y="5028762"/>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9</a:t>
            </a:r>
          </a:p>
        </p:txBody>
      </p:sp>
      <p:sp>
        <p:nvSpPr>
          <p:cNvPr id="82" name="Title 1">
            <a:extLst>
              <a:ext uri="{FF2B5EF4-FFF2-40B4-BE49-F238E27FC236}">
                <a16:creationId xmlns:a16="http://schemas.microsoft.com/office/drawing/2014/main" id="{4DD56CCD-39A2-12CA-E5B8-30D313D401A5}"/>
              </a:ext>
            </a:extLst>
          </p:cNvPr>
          <p:cNvSpPr txBox="1">
            <a:spLocks/>
          </p:cNvSpPr>
          <p:nvPr/>
        </p:nvSpPr>
        <p:spPr>
          <a:xfrm>
            <a:off x="449732" y="274434"/>
            <a:ext cx="11117718" cy="33239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spcBef>
                <a:spcPct val="0"/>
              </a:spcBef>
            </a:pPr>
            <a:r>
              <a:rPr lang="en-US" sz="2400" b="1" kern="1200" dirty="0">
                <a:solidFill>
                  <a:schemeClr val="tx1"/>
                </a:solidFill>
                <a:latin typeface="Avenir Next LT Pro" panose="020B0504020202020204" pitchFamily="34" charset="0"/>
                <a:ea typeface="+mj-ea"/>
                <a:cs typeface="+mj-cs"/>
              </a:rPr>
              <a:t>Our AI-accelerated solution design</a:t>
            </a:r>
          </a:p>
        </p:txBody>
      </p:sp>
      <p:sp>
        <p:nvSpPr>
          <p:cNvPr id="83" name="Rectangle 82">
            <a:extLst>
              <a:ext uri="{FF2B5EF4-FFF2-40B4-BE49-F238E27FC236}">
                <a16:creationId xmlns:a16="http://schemas.microsoft.com/office/drawing/2014/main" id="{3F037439-A08D-4FFC-E7E4-B6E85024CAC2}"/>
              </a:ext>
            </a:extLst>
          </p:cNvPr>
          <p:cNvSpPr/>
          <p:nvPr/>
        </p:nvSpPr>
        <p:spPr>
          <a:xfrm>
            <a:off x="8860407" y="5383779"/>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Oracle</a:t>
            </a:r>
          </a:p>
        </p:txBody>
      </p:sp>
      <p:sp>
        <p:nvSpPr>
          <p:cNvPr id="84" name="Rectangle 83">
            <a:extLst>
              <a:ext uri="{FF2B5EF4-FFF2-40B4-BE49-F238E27FC236}">
                <a16:creationId xmlns:a16="http://schemas.microsoft.com/office/drawing/2014/main" id="{8415971C-D970-1093-96E6-45007C071D41}"/>
              </a:ext>
            </a:extLst>
          </p:cNvPr>
          <p:cNvSpPr/>
          <p:nvPr/>
        </p:nvSpPr>
        <p:spPr>
          <a:xfrm>
            <a:off x="9969812" y="5380751"/>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GA/GTM</a:t>
            </a:r>
          </a:p>
        </p:txBody>
      </p:sp>
      <p:sp>
        <p:nvSpPr>
          <p:cNvPr id="85" name="Rectangle 84">
            <a:extLst>
              <a:ext uri="{FF2B5EF4-FFF2-40B4-BE49-F238E27FC236}">
                <a16:creationId xmlns:a16="http://schemas.microsoft.com/office/drawing/2014/main" id="{4160D28A-F650-DC5E-1581-5FDFF59CFF64}"/>
              </a:ext>
            </a:extLst>
          </p:cNvPr>
          <p:cNvSpPr/>
          <p:nvPr/>
        </p:nvSpPr>
        <p:spPr>
          <a:xfrm>
            <a:off x="8868015" y="5725904"/>
            <a:ext cx="1084720" cy="267364"/>
          </a:xfrm>
          <a:prstGeom prst="rect">
            <a:avLst/>
          </a:prstGeom>
          <a:solidFill>
            <a:srgbClr val="31859B"/>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Entra External ID</a:t>
            </a:r>
          </a:p>
        </p:txBody>
      </p:sp>
      <p:sp>
        <p:nvSpPr>
          <p:cNvPr id="46" name="Oval 45">
            <a:extLst>
              <a:ext uri="{FF2B5EF4-FFF2-40B4-BE49-F238E27FC236}">
                <a16:creationId xmlns:a16="http://schemas.microsoft.com/office/drawing/2014/main" id="{64EDF546-8233-EEBC-0A74-214FBF368A0F}"/>
              </a:ext>
            </a:extLst>
          </p:cNvPr>
          <p:cNvSpPr/>
          <p:nvPr/>
        </p:nvSpPr>
        <p:spPr>
          <a:xfrm>
            <a:off x="479148" y="2300944"/>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3</a:t>
            </a:r>
          </a:p>
        </p:txBody>
      </p:sp>
      <p:sp>
        <p:nvSpPr>
          <p:cNvPr id="47" name="Oval 46">
            <a:extLst>
              <a:ext uri="{FF2B5EF4-FFF2-40B4-BE49-F238E27FC236}">
                <a16:creationId xmlns:a16="http://schemas.microsoft.com/office/drawing/2014/main" id="{D24BF2BA-041D-4934-954A-9C6C449FB167}"/>
              </a:ext>
            </a:extLst>
          </p:cNvPr>
          <p:cNvSpPr/>
          <p:nvPr/>
        </p:nvSpPr>
        <p:spPr>
          <a:xfrm>
            <a:off x="476993" y="1857223"/>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2</a:t>
            </a:r>
          </a:p>
        </p:txBody>
      </p:sp>
      <p:sp>
        <p:nvSpPr>
          <p:cNvPr id="48" name="Oval 47">
            <a:extLst>
              <a:ext uri="{FF2B5EF4-FFF2-40B4-BE49-F238E27FC236}">
                <a16:creationId xmlns:a16="http://schemas.microsoft.com/office/drawing/2014/main" id="{00B9FE05-9274-1DC7-5DAB-C1656E9C3647}"/>
              </a:ext>
            </a:extLst>
          </p:cNvPr>
          <p:cNvSpPr/>
          <p:nvPr/>
        </p:nvSpPr>
        <p:spPr>
          <a:xfrm>
            <a:off x="493323" y="1364061"/>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1</a:t>
            </a:r>
          </a:p>
        </p:txBody>
      </p:sp>
      <p:sp>
        <p:nvSpPr>
          <p:cNvPr id="87" name="Oval 86">
            <a:extLst>
              <a:ext uri="{FF2B5EF4-FFF2-40B4-BE49-F238E27FC236}">
                <a16:creationId xmlns:a16="http://schemas.microsoft.com/office/drawing/2014/main" id="{C3026041-9BAB-9874-3C56-14D062C0940A}"/>
              </a:ext>
            </a:extLst>
          </p:cNvPr>
          <p:cNvSpPr/>
          <p:nvPr/>
        </p:nvSpPr>
        <p:spPr>
          <a:xfrm>
            <a:off x="6278846" y="1413419"/>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2</a:t>
            </a:r>
          </a:p>
        </p:txBody>
      </p:sp>
      <p:sp>
        <p:nvSpPr>
          <p:cNvPr id="88" name="Oval 87">
            <a:extLst>
              <a:ext uri="{FF2B5EF4-FFF2-40B4-BE49-F238E27FC236}">
                <a16:creationId xmlns:a16="http://schemas.microsoft.com/office/drawing/2014/main" id="{A37C52F6-5C68-60C7-2725-2AF1300D04C7}"/>
              </a:ext>
            </a:extLst>
          </p:cNvPr>
          <p:cNvSpPr/>
          <p:nvPr/>
        </p:nvSpPr>
        <p:spPr>
          <a:xfrm>
            <a:off x="10973819" y="4824015"/>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2</a:t>
            </a:r>
          </a:p>
        </p:txBody>
      </p:sp>
      <p:sp>
        <p:nvSpPr>
          <p:cNvPr id="58" name="Oval 57">
            <a:extLst>
              <a:ext uri="{FF2B5EF4-FFF2-40B4-BE49-F238E27FC236}">
                <a16:creationId xmlns:a16="http://schemas.microsoft.com/office/drawing/2014/main" id="{443799B9-2709-44CE-0216-6DEA4754DAD8}"/>
              </a:ext>
            </a:extLst>
          </p:cNvPr>
          <p:cNvSpPr/>
          <p:nvPr/>
        </p:nvSpPr>
        <p:spPr>
          <a:xfrm>
            <a:off x="7499542" y="3517820"/>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5</a:t>
            </a:r>
          </a:p>
        </p:txBody>
      </p:sp>
      <p:sp>
        <p:nvSpPr>
          <p:cNvPr id="91" name="Oval 90">
            <a:extLst>
              <a:ext uri="{FF2B5EF4-FFF2-40B4-BE49-F238E27FC236}">
                <a16:creationId xmlns:a16="http://schemas.microsoft.com/office/drawing/2014/main" id="{FAD66797-51F3-6F98-95A3-D8576FAA0FAC}"/>
              </a:ext>
            </a:extLst>
          </p:cNvPr>
          <p:cNvSpPr/>
          <p:nvPr/>
        </p:nvSpPr>
        <p:spPr>
          <a:xfrm>
            <a:off x="9924781" y="3494337"/>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solidFill>
                  <a:schemeClr val="bg1"/>
                </a:solidFill>
                <a:latin typeface="Avenir Next LT Pro" panose="020B0504020202020204" pitchFamily="34" charset="0"/>
              </a:rPr>
              <a:t>6</a:t>
            </a:r>
          </a:p>
        </p:txBody>
      </p:sp>
      <p:sp>
        <p:nvSpPr>
          <p:cNvPr id="92" name="Oval 91">
            <a:extLst>
              <a:ext uri="{FF2B5EF4-FFF2-40B4-BE49-F238E27FC236}">
                <a16:creationId xmlns:a16="http://schemas.microsoft.com/office/drawing/2014/main" id="{3C68816C-9351-843E-DD63-F4F3387FDA96}"/>
              </a:ext>
            </a:extLst>
          </p:cNvPr>
          <p:cNvSpPr/>
          <p:nvPr/>
        </p:nvSpPr>
        <p:spPr>
          <a:xfrm>
            <a:off x="504275" y="5492019"/>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200">
              <a:solidFill>
                <a:schemeClr val="bg1"/>
              </a:solidFill>
              <a:latin typeface="Avenir Next LT Pro" panose="020B0504020202020204" pitchFamily="34" charset="0"/>
            </a:endParaRPr>
          </a:p>
        </p:txBody>
      </p:sp>
      <p:sp>
        <p:nvSpPr>
          <p:cNvPr id="93" name="TextBox 92">
            <a:extLst>
              <a:ext uri="{FF2B5EF4-FFF2-40B4-BE49-F238E27FC236}">
                <a16:creationId xmlns:a16="http://schemas.microsoft.com/office/drawing/2014/main" id="{D57C9ACC-BE75-3885-7A7C-0037E48272D7}"/>
              </a:ext>
            </a:extLst>
          </p:cNvPr>
          <p:cNvSpPr txBox="1"/>
          <p:nvPr/>
        </p:nvSpPr>
        <p:spPr>
          <a:xfrm>
            <a:off x="449606" y="5479398"/>
            <a:ext cx="519681" cy="261610"/>
          </a:xfrm>
          <a:prstGeom prst="rect">
            <a:avLst/>
          </a:prstGeom>
          <a:noFill/>
        </p:spPr>
        <p:txBody>
          <a:bodyPr wrap="square" rtlCol="0">
            <a:spAutoFit/>
          </a:bodyPr>
          <a:lstStyle/>
          <a:p>
            <a:r>
              <a:rPr lang="en-US" sz="1100">
                <a:solidFill>
                  <a:schemeClr val="bg1"/>
                </a:solidFill>
                <a:latin typeface="Avenir Next LT Pro" panose="020B0504020202020204" pitchFamily="34" charset="0"/>
              </a:rPr>
              <a:t>10</a:t>
            </a:r>
          </a:p>
        </p:txBody>
      </p:sp>
      <p:sp>
        <p:nvSpPr>
          <p:cNvPr id="60" name="Oval 59">
            <a:extLst>
              <a:ext uri="{FF2B5EF4-FFF2-40B4-BE49-F238E27FC236}">
                <a16:creationId xmlns:a16="http://schemas.microsoft.com/office/drawing/2014/main" id="{F552F7D9-7C8C-FC06-8304-81D70D6C8618}"/>
              </a:ext>
            </a:extLst>
          </p:cNvPr>
          <p:cNvSpPr/>
          <p:nvPr/>
        </p:nvSpPr>
        <p:spPr>
          <a:xfrm>
            <a:off x="9906442" y="5669873"/>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8</a:t>
            </a:r>
          </a:p>
        </p:txBody>
      </p:sp>
      <p:sp>
        <p:nvSpPr>
          <p:cNvPr id="59" name="Oval 58">
            <a:extLst>
              <a:ext uri="{FF2B5EF4-FFF2-40B4-BE49-F238E27FC236}">
                <a16:creationId xmlns:a16="http://schemas.microsoft.com/office/drawing/2014/main" id="{76B915E4-53E2-2C7F-5B6D-C65B4249E5C3}"/>
              </a:ext>
            </a:extLst>
          </p:cNvPr>
          <p:cNvSpPr/>
          <p:nvPr/>
        </p:nvSpPr>
        <p:spPr>
          <a:xfrm>
            <a:off x="7599756" y="5236380"/>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9</a:t>
            </a:r>
          </a:p>
        </p:txBody>
      </p:sp>
      <p:sp>
        <p:nvSpPr>
          <p:cNvPr id="96" name="Rectangle: Rounded Corners 95">
            <a:extLst>
              <a:ext uri="{FF2B5EF4-FFF2-40B4-BE49-F238E27FC236}">
                <a16:creationId xmlns:a16="http://schemas.microsoft.com/office/drawing/2014/main" id="{5BBB76E7-E678-B9DC-CA66-D35B5E2FAD21}"/>
              </a:ext>
            </a:extLst>
          </p:cNvPr>
          <p:cNvSpPr/>
          <p:nvPr/>
        </p:nvSpPr>
        <p:spPr>
          <a:xfrm>
            <a:off x="6198758" y="186859"/>
            <a:ext cx="5277382" cy="6338433"/>
          </a:xfrm>
          <a:prstGeom prst="roundRect">
            <a:avLst>
              <a:gd name="adj" fmla="val 3586"/>
            </a:avLst>
          </a:prstGeom>
          <a:noFill/>
          <a:ln w="6350">
            <a:solidFill>
              <a:schemeClr val="bg1">
                <a:lumMod val="6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latin typeface="Avenir Next LT Pro"/>
            </a:endParaRPr>
          </a:p>
        </p:txBody>
      </p:sp>
      <p:sp>
        <p:nvSpPr>
          <p:cNvPr id="94" name="Oval 93">
            <a:extLst>
              <a:ext uri="{FF2B5EF4-FFF2-40B4-BE49-F238E27FC236}">
                <a16:creationId xmlns:a16="http://schemas.microsoft.com/office/drawing/2014/main" id="{CB853F6F-8041-D021-1C2B-B4EAC5D39FC6}"/>
              </a:ext>
            </a:extLst>
          </p:cNvPr>
          <p:cNvSpPr/>
          <p:nvPr/>
        </p:nvSpPr>
        <p:spPr>
          <a:xfrm>
            <a:off x="11423369" y="4463395"/>
            <a:ext cx="252413" cy="246477"/>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200">
              <a:solidFill>
                <a:schemeClr val="bg1"/>
              </a:solidFill>
              <a:latin typeface="Avenir Next LT Pro" panose="020B0504020202020204" pitchFamily="34" charset="0"/>
            </a:endParaRPr>
          </a:p>
        </p:txBody>
      </p:sp>
      <p:sp>
        <p:nvSpPr>
          <p:cNvPr id="95" name="TextBox 94">
            <a:extLst>
              <a:ext uri="{FF2B5EF4-FFF2-40B4-BE49-F238E27FC236}">
                <a16:creationId xmlns:a16="http://schemas.microsoft.com/office/drawing/2014/main" id="{FD40DA1A-D6AD-CC91-443E-234393932EBA}"/>
              </a:ext>
            </a:extLst>
          </p:cNvPr>
          <p:cNvSpPr txBox="1"/>
          <p:nvPr/>
        </p:nvSpPr>
        <p:spPr>
          <a:xfrm>
            <a:off x="11361566" y="4455202"/>
            <a:ext cx="519681" cy="261610"/>
          </a:xfrm>
          <a:prstGeom prst="rect">
            <a:avLst/>
          </a:prstGeom>
          <a:noFill/>
        </p:spPr>
        <p:txBody>
          <a:bodyPr wrap="square" rtlCol="0">
            <a:spAutoFit/>
          </a:bodyPr>
          <a:lstStyle/>
          <a:p>
            <a:r>
              <a:rPr lang="en-US" sz="1100" dirty="0">
                <a:solidFill>
                  <a:schemeClr val="bg1"/>
                </a:solidFill>
                <a:latin typeface="Avenir Next LT Pro" panose="020B0504020202020204" pitchFamily="34" charset="0"/>
              </a:rPr>
              <a:t>10</a:t>
            </a:r>
          </a:p>
        </p:txBody>
      </p:sp>
      <p:pic>
        <p:nvPicPr>
          <p:cNvPr id="45" name="Picture 44">
            <a:extLst>
              <a:ext uri="{FF2B5EF4-FFF2-40B4-BE49-F238E27FC236}">
                <a16:creationId xmlns:a16="http://schemas.microsoft.com/office/drawing/2014/main" id="{687A8A51-116C-1A6F-F023-E5C403BE2AD4}"/>
              </a:ext>
            </a:extLst>
          </p:cNvPr>
          <p:cNvPicPr>
            <a:picLocks noChangeAspect="1"/>
          </p:cNvPicPr>
          <p:nvPr/>
        </p:nvPicPr>
        <p:blipFill>
          <a:blip r:embed="rId2"/>
          <a:stretch>
            <a:fillRect/>
          </a:stretch>
        </p:blipFill>
        <p:spPr>
          <a:xfrm>
            <a:off x="324613" y="6251223"/>
            <a:ext cx="970787" cy="350820"/>
          </a:xfrm>
          <a:prstGeom prst="rect">
            <a:avLst/>
          </a:prstGeom>
        </p:spPr>
      </p:pic>
      <p:pic>
        <p:nvPicPr>
          <p:cNvPr id="3074" name="Picture 2" descr="Moving to XM Cloud | Sitecore">
            <a:extLst>
              <a:ext uri="{FF2B5EF4-FFF2-40B4-BE49-F238E27FC236}">
                <a16:creationId xmlns:a16="http://schemas.microsoft.com/office/drawing/2014/main" id="{D2D80541-C133-CDCF-3BC3-8CE89A4AC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6142" y="2980361"/>
            <a:ext cx="783441" cy="78344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1AA3FE9-5ED1-582F-CD25-001C7F6677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3191"/>
          <a:stretch>
            <a:fillRect/>
          </a:stretch>
        </p:blipFill>
        <p:spPr bwMode="auto">
          <a:xfrm>
            <a:off x="10950698" y="298423"/>
            <a:ext cx="383421" cy="327376"/>
          </a:xfrm>
          <a:prstGeom prst="rect">
            <a:avLst/>
          </a:prstGeom>
          <a:noFill/>
          <a:extLst>
            <a:ext uri="{909E8E84-426E-40DD-AFC4-6F175D3DCCD1}">
              <a14:hiddenFill xmlns:a14="http://schemas.microsoft.com/office/drawing/2010/main">
                <a:solidFill>
                  <a:srgbClr val="FFFFFF"/>
                </a:solidFill>
              </a14:hiddenFill>
            </a:ext>
          </a:extLst>
        </p:spPr>
      </p:pic>
      <p:sp>
        <p:nvSpPr>
          <p:cNvPr id="63" name="Oval 62">
            <a:extLst>
              <a:ext uri="{FF2B5EF4-FFF2-40B4-BE49-F238E27FC236}">
                <a16:creationId xmlns:a16="http://schemas.microsoft.com/office/drawing/2014/main" id="{59D28449-0EE1-4220-E831-C32243B35E4C}"/>
              </a:ext>
            </a:extLst>
          </p:cNvPr>
          <p:cNvSpPr/>
          <p:nvPr/>
        </p:nvSpPr>
        <p:spPr>
          <a:xfrm>
            <a:off x="11113284" y="2545815"/>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3</a:t>
            </a:r>
          </a:p>
        </p:txBody>
      </p:sp>
      <p:sp>
        <p:nvSpPr>
          <p:cNvPr id="44" name="Rectangle 43">
            <a:extLst>
              <a:ext uri="{FF2B5EF4-FFF2-40B4-BE49-F238E27FC236}">
                <a16:creationId xmlns:a16="http://schemas.microsoft.com/office/drawing/2014/main" id="{F20E69FB-3855-8406-642A-BA13C485F880}"/>
              </a:ext>
            </a:extLst>
          </p:cNvPr>
          <p:cNvSpPr/>
          <p:nvPr/>
        </p:nvSpPr>
        <p:spPr>
          <a:xfrm>
            <a:off x="8726983" y="3682631"/>
            <a:ext cx="998988"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Languages</a:t>
            </a:r>
          </a:p>
        </p:txBody>
      </p:sp>
      <p:sp>
        <p:nvSpPr>
          <p:cNvPr id="56" name="Rectangle 55">
            <a:extLst>
              <a:ext uri="{FF2B5EF4-FFF2-40B4-BE49-F238E27FC236}">
                <a16:creationId xmlns:a16="http://schemas.microsoft.com/office/drawing/2014/main" id="{5DB5F8DA-4834-B3A2-BE24-DBF5EC1CFA58}"/>
              </a:ext>
            </a:extLst>
          </p:cNvPr>
          <p:cNvSpPr/>
          <p:nvPr/>
        </p:nvSpPr>
        <p:spPr>
          <a:xfrm>
            <a:off x="8726983" y="3990970"/>
            <a:ext cx="998988" cy="267364"/>
          </a:xfrm>
          <a:prstGeom prst="rect">
            <a:avLst/>
          </a:prstGeom>
          <a:solidFill>
            <a:srgbClr val="002060"/>
          </a:solidFill>
          <a:ln>
            <a:noFill/>
          </a:ln>
        </p:spPr>
        <p:txBody>
          <a:bodyPr vert="horz" wrap="square" lIns="0" tIns="45720" rIns="0" bIns="45720" numCol="1" anchor="ctr" anchorCtr="0" compatLnSpc="1">
            <a:prstTxWarp prst="textNoShape">
              <a:avLst/>
            </a:prstTxWarp>
          </a:bodyPr>
          <a:lstStyle/>
          <a:p>
            <a:pPr algn="ctr" eaLnBrk="0" fontAlgn="base" hangingPunct="0">
              <a:spcBef>
                <a:spcPct val="0"/>
              </a:spcBef>
              <a:spcAft>
                <a:spcPct val="0"/>
              </a:spcAft>
            </a:pPr>
            <a:r>
              <a:rPr lang="en-US" sz="800" dirty="0">
                <a:solidFill>
                  <a:srgbClr val="FFFFFF"/>
                </a:solidFill>
                <a:latin typeface="Avenir Next LT Pro" panose="020B0504020202020204" pitchFamily="34" charset="0"/>
              </a:rPr>
              <a:t>Security</a:t>
            </a:r>
          </a:p>
        </p:txBody>
      </p:sp>
      <p:sp>
        <p:nvSpPr>
          <p:cNvPr id="71" name="Oval 70">
            <a:extLst>
              <a:ext uri="{FF2B5EF4-FFF2-40B4-BE49-F238E27FC236}">
                <a16:creationId xmlns:a16="http://schemas.microsoft.com/office/drawing/2014/main" id="{9ED6EA30-7346-206D-CF60-E646AEE2FF9E}"/>
              </a:ext>
            </a:extLst>
          </p:cNvPr>
          <p:cNvSpPr/>
          <p:nvPr/>
        </p:nvSpPr>
        <p:spPr>
          <a:xfrm>
            <a:off x="9564133" y="3577625"/>
            <a:ext cx="252413" cy="255639"/>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a:solidFill>
                  <a:schemeClr val="bg1"/>
                </a:solidFill>
                <a:latin typeface="Avenir Next LT Pro" panose="020B0504020202020204" pitchFamily="34" charset="0"/>
              </a:rPr>
              <a:t>7</a:t>
            </a:r>
          </a:p>
        </p:txBody>
      </p:sp>
      <p:sp>
        <p:nvSpPr>
          <p:cNvPr id="73" name="Rectangle 195">
            <a:extLst>
              <a:ext uri="{FF2B5EF4-FFF2-40B4-BE49-F238E27FC236}">
                <a16:creationId xmlns:a16="http://schemas.microsoft.com/office/drawing/2014/main" id="{3653A294-479B-927D-0514-39D7EFB5C5E3}"/>
              </a:ext>
            </a:extLst>
          </p:cNvPr>
          <p:cNvSpPr>
            <a:spLocks noChangeArrowheads="1"/>
          </p:cNvSpPr>
          <p:nvPr/>
        </p:nvSpPr>
        <p:spPr bwMode="auto">
          <a:xfrm>
            <a:off x="7630909" y="3460584"/>
            <a:ext cx="11369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800" dirty="0">
                <a:latin typeface="Avenir Next LT Pro" panose="020B0504020202020204" pitchFamily="34" charset="0"/>
              </a:rPr>
              <a:t>XM Cloud</a:t>
            </a:r>
          </a:p>
        </p:txBody>
      </p:sp>
      <p:sp>
        <p:nvSpPr>
          <p:cNvPr id="75" name="Rectangle 195">
            <a:extLst>
              <a:ext uri="{FF2B5EF4-FFF2-40B4-BE49-F238E27FC236}">
                <a16:creationId xmlns:a16="http://schemas.microsoft.com/office/drawing/2014/main" id="{87410B80-B0FF-F422-440C-AD2224E99F41}"/>
              </a:ext>
            </a:extLst>
          </p:cNvPr>
          <p:cNvSpPr>
            <a:spLocks noChangeArrowheads="1"/>
          </p:cNvSpPr>
          <p:nvPr/>
        </p:nvSpPr>
        <p:spPr bwMode="auto">
          <a:xfrm>
            <a:off x="10040116" y="3468974"/>
            <a:ext cx="11369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sz="800" dirty="0">
                <a:latin typeface="Avenir Next LT Pro" panose="020B0504020202020204" pitchFamily="34" charset="0"/>
              </a:rPr>
              <a:t>Search</a:t>
            </a:r>
          </a:p>
        </p:txBody>
      </p:sp>
      <p:pic>
        <p:nvPicPr>
          <p:cNvPr id="102" name="Picture 101" descr="A black and white logo&#10;&#10;AI-generated content may be incorrect.">
            <a:extLst>
              <a:ext uri="{FF2B5EF4-FFF2-40B4-BE49-F238E27FC236}">
                <a16:creationId xmlns:a16="http://schemas.microsoft.com/office/drawing/2014/main" id="{4CFCF36C-51FC-995A-D1DB-36114968240A}"/>
              </a:ext>
            </a:extLst>
          </p:cNvPr>
          <p:cNvPicPr>
            <a:picLocks noChangeAspect="1"/>
          </p:cNvPicPr>
          <p:nvPr/>
        </p:nvPicPr>
        <p:blipFill>
          <a:blip r:embed="rId5">
            <a:extLst>
              <a:ext uri="{28A0092B-C50C-407E-A947-70E740481C1C}">
                <a14:useLocalDpi xmlns:a14="http://schemas.microsoft.com/office/drawing/2010/main" val="0"/>
              </a:ext>
            </a:extLst>
          </a:blip>
          <a:srcRect r="67422"/>
          <a:stretch>
            <a:fillRect/>
          </a:stretch>
        </p:blipFill>
        <p:spPr>
          <a:xfrm>
            <a:off x="10900648" y="3209899"/>
            <a:ext cx="384551" cy="375022"/>
          </a:xfrm>
          <a:prstGeom prst="rect">
            <a:avLst/>
          </a:prstGeom>
        </p:spPr>
      </p:pic>
    </p:spTree>
    <p:extLst>
      <p:ext uri="{BB962C8B-B14F-4D97-AF65-F5344CB8AC3E}">
        <p14:creationId xmlns:p14="http://schemas.microsoft.com/office/powerpoint/2010/main" val="319933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9C4F-2D5F-6C9B-EA97-ECD73A4E91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1970A-9978-2120-501A-D56A55B61B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4" name="Picture 3">
            <a:extLst>
              <a:ext uri="{FF2B5EF4-FFF2-40B4-BE49-F238E27FC236}">
                <a16:creationId xmlns:a16="http://schemas.microsoft.com/office/drawing/2014/main" id="{A451697B-0B58-46B2-1F60-A53EAB30B544}"/>
              </a:ext>
            </a:extLst>
          </p:cNvPr>
          <p:cNvPicPr>
            <a:picLocks noChangeAspect="1"/>
          </p:cNvPicPr>
          <p:nvPr/>
        </p:nvPicPr>
        <p:blipFill>
          <a:blip r:embed="rId2"/>
          <a:srcRect r="31681" b="15945"/>
          <a:stretch>
            <a:fillRect/>
          </a:stretch>
        </p:blipFill>
        <p:spPr>
          <a:xfrm>
            <a:off x="5066967" y="1093508"/>
            <a:ext cx="7125033" cy="5764492"/>
          </a:xfrm>
          <a:prstGeom prst="rect">
            <a:avLst/>
          </a:prstGeom>
          <a:ln>
            <a:solidFill>
              <a:schemeClr val="bg1">
                <a:lumMod val="85000"/>
              </a:schemeClr>
            </a:solidFill>
          </a:ln>
        </p:spPr>
      </p:pic>
      <p:sp>
        <p:nvSpPr>
          <p:cNvPr id="5" name="Google Shape;650;p4">
            <a:extLst>
              <a:ext uri="{FF2B5EF4-FFF2-40B4-BE49-F238E27FC236}">
                <a16:creationId xmlns:a16="http://schemas.microsoft.com/office/drawing/2014/main" id="{991CEF70-C61F-1620-9A34-C59288B5FE4E}"/>
              </a:ext>
            </a:extLst>
          </p:cNvPr>
          <p:cNvSpPr txBox="1"/>
          <p:nvPr/>
        </p:nvSpPr>
        <p:spPr>
          <a:xfrm>
            <a:off x="449732" y="255968"/>
            <a:ext cx="11117718" cy="369332"/>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venir Next LT Pro" panose="020B0504020202020204" pitchFamily="34" charset="0"/>
                <a:ea typeface="Avenir"/>
                <a:cs typeface="Arial" panose="020B0604020202020204" pitchFamily="34" charset="0"/>
                <a:sym typeface="Avenir"/>
              </a:rPr>
              <a:t>Our migration will ensure self-service for marketing with new components</a:t>
            </a:r>
            <a:endParaRPr kumimoji="0" sz="1400" b="0" i="0" u="none" strike="noStrike" kern="0" cap="none" spc="0" normalizeH="0" baseline="0" noProof="0" dirty="0">
              <a:ln>
                <a:noFill/>
              </a:ln>
              <a:solidFill>
                <a:srgbClr val="000000"/>
              </a:solidFill>
              <a:effectLst/>
              <a:uLnTx/>
              <a:uFillTx/>
              <a:latin typeface="Avenir Next LT Pro" panose="020B0504020202020204" pitchFamily="34" charset="0"/>
              <a:cs typeface="Arial"/>
              <a:sym typeface="Arial"/>
            </a:endParaRPr>
          </a:p>
        </p:txBody>
      </p:sp>
      <p:pic>
        <p:nvPicPr>
          <p:cNvPr id="6" name="Picture 5">
            <a:extLst>
              <a:ext uri="{FF2B5EF4-FFF2-40B4-BE49-F238E27FC236}">
                <a16:creationId xmlns:a16="http://schemas.microsoft.com/office/drawing/2014/main" id="{816A3930-E44E-080E-26BA-FE02861006E9}"/>
              </a:ext>
            </a:extLst>
          </p:cNvPr>
          <p:cNvPicPr>
            <a:picLocks noChangeAspect="1"/>
          </p:cNvPicPr>
          <p:nvPr/>
        </p:nvPicPr>
        <p:blipFill>
          <a:blip r:embed="rId3"/>
          <a:srcRect r="38443" b="27536"/>
          <a:stretch>
            <a:fillRect/>
          </a:stretch>
        </p:blipFill>
        <p:spPr>
          <a:xfrm>
            <a:off x="7050408" y="1888402"/>
            <a:ext cx="5141592" cy="4969598"/>
          </a:xfrm>
          <a:prstGeom prst="rect">
            <a:avLst/>
          </a:prstGeom>
        </p:spPr>
      </p:pic>
      <p:sp>
        <p:nvSpPr>
          <p:cNvPr id="7" name="Content Placeholder 2">
            <a:extLst>
              <a:ext uri="{FF2B5EF4-FFF2-40B4-BE49-F238E27FC236}">
                <a16:creationId xmlns:a16="http://schemas.microsoft.com/office/drawing/2014/main" id="{F52A3F53-8591-2028-76F3-A4281D5E7FAD}"/>
              </a:ext>
            </a:extLst>
          </p:cNvPr>
          <p:cNvSpPr txBox="1">
            <a:spLocks/>
          </p:cNvSpPr>
          <p:nvPr/>
        </p:nvSpPr>
        <p:spPr>
          <a:xfrm>
            <a:off x="449732" y="1530930"/>
            <a:ext cx="3823477" cy="35312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accent2"/>
              </a:buClr>
              <a:buSzPct val="80000"/>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1pPr>
            <a:lvl2pPr marL="6858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600" kern="1200">
                <a:solidFill>
                  <a:schemeClr val="tx1"/>
                </a:solidFill>
                <a:latin typeface="Avenir Next LT Pro" panose="020B0504020202020204" pitchFamily="34" charset="77"/>
                <a:ea typeface="+mn-ea"/>
                <a:cs typeface="+mn-cs"/>
              </a:defRPr>
            </a:lvl2pPr>
            <a:lvl3pPr marL="11430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3pPr>
            <a:lvl4pPr marL="16002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200" kern="1200">
                <a:solidFill>
                  <a:schemeClr val="tx1"/>
                </a:solidFill>
                <a:latin typeface="Avenir Next LT Pro" panose="020B0504020202020204" pitchFamily="34" charset="77"/>
                <a:ea typeface="+mn-ea"/>
                <a:cs typeface="+mn-cs"/>
              </a:defRPr>
            </a:lvl4pPr>
            <a:lvl5pPr marL="2057400" indent="-228600" algn="l" defTabSz="914400" rtl="0" eaLnBrk="1" latinLnBrk="0" hangingPunct="1">
              <a:lnSpc>
                <a:spcPct val="90000"/>
              </a:lnSpc>
              <a:spcBef>
                <a:spcPts val="500"/>
              </a:spcBef>
              <a:buClr>
                <a:schemeClr val="accent2"/>
              </a:buClr>
              <a:buSzPct val="80000"/>
              <a:buFont typeface="Arial" panose="020B0604020202020204" pitchFamily="34" charset="0"/>
              <a:buChar char="•"/>
              <a:defRPr sz="12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1200" b="1" dirty="0"/>
              <a:t>The conversion of components to Next.js will ensure self-service compliance and built-in alignment with the best practices for AI search engine optimization - </a:t>
            </a:r>
          </a:p>
          <a:p>
            <a:pPr>
              <a:lnSpc>
                <a:spcPct val="120000"/>
              </a:lnSpc>
              <a:buFont typeface="+mj-lt"/>
              <a:buAutoNum type="arabicPeriod"/>
            </a:pPr>
            <a:endParaRPr lang="en-US" sz="1200" dirty="0"/>
          </a:p>
          <a:p>
            <a:pPr>
              <a:lnSpc>
                <a:spcPct val="120000"/>
              </a:lnSpc>
              <a:buFont typeface="+mj-lt"/>
              <a:buAutoNum type="arabicPeriod"/>
            </a:pPr>
            <a:r>
              <a:rPr lang="en-US" sz="1200" dirty="0"/>
              <a:t>Flexible and reusable component library</a:t>
            </a:r>
          </a:p>
          <a:p>
            <a:pPr>
              <a:lnSpc>
                <a:spcPct val="120000"/>
              </a:lnSpc>
              <a:buFont typeface="+mj-lt"/>
              <a:buAutoNum type="arabicPeriod"/>
            </a:pPr>
            <a:r>
              <a:rPr lang="en-US" sz="1200" dirty="0"/>
              <a:t>Responsive layout</a:t>
            </a:r>
          </a:p>
          <a:p>
            <a:pPr>
              <a:lnSpc>
                <a:spcPct val="120000"/>
              </a:lnSpc>
              <a:buFont typeface="+mj-lt"/>
              <a:buAutoNum type="arabicPeriod"/>
            </a:pPr>
            <a:r>
              <a:rPr lang="en-US" sz="1200" dirty="0"/>
              <a:t>WYSIWYG component authoring </a:t>
            </a:r>
          </a:p>
          <a:p>
            <a:pPr>
              <a:lnSpc>
                <a:spcPct val="120000"/>
              </a:lnSpc>
              <a:buFont typeface="+mj-lt"/>
              <a:buAutoNum type="arabicPeriod"/>
            </a:pPr>
            <a:r>
              <a:rPr lang="en-US" sz="1200" dirty="0"/>
              <a:t>Component tool use</a:t>
            </a:r>
          </a:p>
          <a:p>
            <a:pPr>
              <a:lnSpc>
                <a:spcPct val="120000"/>
              </a:lnSpc>
              <a:buFont typeface="+mj-lt"/>
              <a:buAutoNum type="arabicPeriod"/>
            </a:pPr>
            <a:r>
              <a:rPr lang="en-US" sz="1200" dirty="0"/>
              <a:t>AEO &amp; GEO optimized components and layouts with schema.org markup (</a:t>
            </a:r>
            <a:r>
              <a:rPr lang="en-US" sz="1200" dirty="0">
                <a:latin typeface="Avenir Next LT Pro" panose="020B0504020202020204" pitchFamily="34" charset="0"/>
              </a:rPr>
              <a:t>Website, Organization, </a:t>
            </a:r>
            <a:r>
              <a:rPr lang="en-US" sz="1200" dirty="0" err="1">
                <a:latin typeface="Avenir Next LT Pro" panose="020B0504020202020204" pitchFamily="34" charset="0"/>
              </a:rPr>
              <a:t>TechArticle</a:t>
            </a:r>
            <a:r>
              <a:rPr lang="en-US" sz="1200" dirty="0">
                <a:latin typeface="Avenir Next LT Pro" panose="020B0504020202020204" pitchFamily="34" charset="0"/>
              </a:rPr>
              <a:t>, Product, Q&amp;A, Breadcrumb).</a:t>
            </a:r>
            <a:endParaRPr lang="en-US" sz="1200" dirty="0"/>
          </a:p>
        </p:txBody>
      </p:sp>
      <p:pic>
        <p:nvPicPr>
          <p:cNvPr id="8" name="Picture 7" descr="A black and white logo&#10;&#10;Description automatically generated">
            <a:extLst>
              <a:ext uri="{FF2B5EF4-FFF2-40B4-BE49-F238E27FC236}">
                <a16:creationId xmlns:a16="http://schemas.microsoft.com/office/drawing/2014/main" id="{685B9160-B53D-EE07-D8EA-021ACE918AE8}"/>
              </a:ext>
            </a:extLst>
          </p:cNvPr>
          <p:cNvPicPr>
            <a:picLocks noChangeAspect="1"/>
          </p:cNvPicPr>
          <p:nvPr/>
        </p:nvPicPr>
        <p:blipFill>
          <a:blip r:embed="rId4"/>
          <a:stretch>
            <a:fillRect/>
          </a:stretch>
        </p:blipFill>
        <p:spPr>
          <a:xfrm>
            <a:off x="270115" y="6444000"/>
            <a:ext cx="826134" cy="212434"/>
          </a:xfrm>
          <a:prstGeom prst="rect">
            <a:avLst/>
          </a:prstGeom>
        </p:spPr>
      </p:pic>
    </p:spTree>
    <p:extLst>
      <p:ext uri="{BB962C8B-B14F-4D97-AF65-F5344CB8AC3E}">
        <p14:creationId xmlns:p14="http://schemas.microsoft.com/office/powerpoint/2010/main" val="314718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BFB311-4662-72AE-D137-B3AA5C9F16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9B2F8FCB-DDF6-F414-3A85-4BE5E7586178}"/>
              </a:ext>
            </a:extLst>
          </p:cNvPr>
          <p:cNvPicPr>
            <a:picLocks noChangeAspect="1"/>
          </p:cNvPicPr>
          <p:nvPr/>
        </p:nvPicPr>
        <p:blipFill>
          <a:blip r:embed="rId2"/>
          <a:srcRect b="12169"/>
          <a:stretch>
            <a:fillRect/>
          </a:stretch>
        </p:blipFill>
        <p:spPr>
          <a:xfrm>
            <a:off x="1662896" y="996294"/>
            <a:ext cx="8534405" cy="4216403"/>
          </a:xfrm>
          <a:prstGeom prst="rect">
            <a:avLst/>
          </a:prstGeom>
        </p:spPr>
      </p:pic>
      <p:sp>
        <p:nvSpPr>
          <p:cNvPr id="5" name="Google Shape;846;p11">
            <a:extLst>
              <a:ext uri="{FF2B5EF4-FFF2-40B4-BE49-F238E27FC236}">
                <a16:creationId xmlns:a16="http://schemas.microsoft.com/office/drawing/2014/main" id="{23E5EFA0-083B-5999-6D42-9FE9E38ED24F}"/>
              </a:ext>
            </a:extLst>
          </p:cNvPr>
          <p:cNvSpPr txBox="1"/>
          <p:nvPr/>
        </p:nvSpPr>
        <p:spPr>
          <a:xfrm>
            <a:off x="382073" y="326044"/>
            <a:ext cx="11324653" cy="369332"/>
          </a:xfrm>
          <a:prstGeom prst="rect">
            <a:avLst/>
          </a:prstGeom>
          <a:noFill/>
          <a:ln>
            <a:noFill/>
          </a:ln>
        </p:spPr>
        <p:txBody>
          <a:bodyPr spcFirstLastPara="1" wrap="square" lIns="0" tIns="0" rIns="0" bIns="0" anchor="ctr" anchorCtr="0">
            <a:spAutoFit/>
          </a:bodyPr>
          <a:lstStyle/>
          <a:p>
            <a:r>
              <a:rPr lang="en-US" sz="2400" b="1">
                <a:solidFill>
                  <a:schemeClr val="dk1"/>
                </a:solidFill>
                <a:latin typeface="Arial" panose="020B0604020202020204" pitchFamily="34" charset="0"/>
                <a:ea typeface="Avenir"/>
                <a:cs typeface="Arial" panose="020B0604020202020204" pitchFamily="34" charset="0"/>
                <a:sym typeface="Avenir"/>
              </a:rPr>
              <a:t>The first Agentic AI automated migration solution from XP to XM Cloud</a:t>
            </a:r>
            <a:endParaRPr>
              <a:solidFill>
                <a:schemeClr val="dk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880A509-7338-8ED0-EC16-C7A55121A3A9}"/>
              </a:ext>
            </a:extLst>
          </p:cNvPr>
          <p:cNvSpPr txBox="1"/>
          <p:nvPr/>
        </p:nvSpPr>
        <p:spPr>
          <a:xfrm>
            <a:off x="3009089" y="5476746"/>
            <a:ext cx="5842017" cy="307777"/>
          </a:xfrm>
          <a:prstGeom prst="rect">
            <a:avLst/>
          </a:prstGeom>
          <a:noFill/>
        </p:spPr>
        <p:txBody>
          <a:bodyPr wrap="square">
            <a:spAutoFit/>
          </a:bodyPr>
          <a:lstStyle/>
          <a:p>
            <a:r>
              <a:rPr lang="en-US" sz="1400" dirty="0">
                <a:hlinkClick r:id="rId3">
                  <a:extLst>
                    <a:ext uri="{A12FA001-AC4F-418D-AE19-62706E023703}">
                      <ahyp:hlinkClr xmlns:ahyp="http://schemas.microsoft.com/office/drawing/2018/hyperlinkcolor" val="tx"/>
                    </a:ext>
                  </a:extLst>
                </a:hlinkClick>
              </a:rPr>
              <a:t>https://www.sitecore.com/partners/solution-catalog/zontdigital-shift-ai</a:t>
            </a:r>
            <a:r>
              <a:rPr lang="en-US" sz="1400" dirty="0"/>
              <a:t> </a:t>
            </a:r>
          </a:p>
        </p:txBody>
      </p:sp>
      <p:pic>
        <p:nvPicPr>
          <p:cNvPr id="3" name="Picture 2" descr="A black and white logo&#10;&#10;Description automatically generated">
            <a:extLst>
              <a:ext uri="{FF2B5EF4-FFF2-40B4-BE49-F238E27FC236}">
                <a16:creationId xmlns:a16="http://schemas.microsoft.com/office/drawing/2014/main" id="{7A378E44-6952-9513-8127-CF24F8A55B47}"/>
              </a:ext>
            </a:extLst>
          </p:cNvPr>
          <p:cNvPicPr>
            <a:picLocks noChangeAspect="1"/>
          </p:cNvPicPr>
          <p:nvPr/>
        </p:nvPicPr>
        <p:blipFill>
          <a:blip r:embed="rId4"/>
          <a:stretch>
            <a:fillRect/>
          </a:stretch>
        </p:blipFill>
        <p:spPr>
          <a:xfrm>
            <a:off x="270115" y="6444000"/>
            <a:ext cx="826134" cy="212434"/>
          </a:xfrm>
          <a:prstGeom prst="rect">
            <a:avLst/>
          </a:prstGeom>
        </p:spPr>
      </p:pic>
    </p:spTree>
    <p:extLst>
      <p:ext uri="{BB962C8B-B14F-4D97-AF65-F5344CB8AC3E}">
        <p14:creationId xmlns:p14="http://schemas.microsoft.com/office/powerpoint/2010/main" val="924682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FDB7-A42B-A048-72DB-BC52761AB0A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B05191-F303-28C3-561F-BFAD864348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mj-lt"/>
              </a:rPr>
              <a:t>10</a:t>
            </a:fld>
            <a:endParaRPr lang="en-US">
              <a:latin typeface="+mj-lt"/>
            </a:endParaRPr>
          </a:p>
        </p:txBody>
      </p:sp>
      <p:sp>
        <p:nvSpPr>
          <p:cNvPr id="4" name="Google Shape;846;p11">
            <a:extLst>
              <a:ext uri="{FF2B5EF4-FFF2-40B4-BE49-F238E27FC236}">
                <a16:creationId xmlns:a16="http://schemas.microsoft.com/office/drawing/2014/main" id="{20AEA17C-CBA8-C5B3-2158-D79FC3E2DD11}"/>
              </a:ext>
            </a:extLst>
          </p:cNvPr>
          <p:cNvSpPr txBox="1"/>
          <p:nvPr/>
        </p:nvSpPr>
        <p:spPr>
          <a:xfrm>
            <a:off x="382073" y="326044"/>
            <a:ext cx="11627047" cy="369332"/>
          </a:xfrm>
          <a:prstGeom prst="rect">
            <a:avLst/>
          </a:prstGeom>
          <a:noFill/>
          <a:ln>
            <a:noFill/>
          </a:ln>
        </p:spPr>
        <p:txBody>
          <a:bodyPr spcFirstLastPara="1" wrap="square" lIns="0" tIns="0" rIns="0" bIns="0" anchor="ctr" anchorCtr="0">
            <a:spAutoFit/>
          </a:bodyPr>
          <a:lstStyle/>
          <a:p>
            <a:r>
              <a:rPr lang="en-US" sz="2400" b="1">
                <a:solidFill>
                  <a:schemeClr val="tx1"/>
                </a:solidFill>
                <a:latin typeface="+mj-lt"/>
                <a:ea typeface="Avenir"/>
                <a:cs typeface="Arial" panose="020B0604020202020204" pitchFamily="34" charset="0"/>
                <a:sym typeface="Avenir"/>
              </a:rPr>
              <a:t>We recommend </a:t>
            </a:r>
            <a:r>
              <a:rPr lang="en-US" sz="2400" b="1" err="1">
                <a:solidFill>
                  <a:schemeClr val="tx1"/>
                </a:solidFill>
                <a:latin typeface="+mj-lt"/>
                <a:ea typeface="Avenir"/>
                <a:cs typeface="Arial" panose="020B0604020202020204" pitchFamily="34" charset="0"/>
                <a:sym typeface="Avenir"/>
              </a:rPr>
              <a:t>Vercel</a:t>
            </a:r>
            <a:r>
              <a:rPr lang="en-US" sz="2400" b="1">
                <a:solidFill>
                  <a:schemeClr val="tx1"/>
                </a:solidFill>
                <a:latin typeface="+mj-lt"/>
                <a:ea typeface="Avenir"/>
                <a:cs typeface="Arial" panose="020B0604020202020204" pitchFamily="34" charset="0"/>
                <a:sym typeface="Avenir"/>
              </a:rPr>
              <a:t> as the choice for edge hosting for scale &amp; capabilities</a:t>
            </a:r>
            <a:endParaRPr lang="en-US">
              <a:solidFill>
                <a:schemeClr val="tx1"/>
              </a:solidFill>
              <a:latin typeface="+mj-lt"/>
            </a:endParaRPr>
          </a:p>
        </p:txBody>
      </p:sp>
      <p:sp>
        <p:nvSpPr>
          <p:cNvPr id="10" name="Google Shape;723;p7">
            <a:extLst>
              <a:ext uri="{FF2B5EF4-FFF2-40B4-BE49-F238E27FC236}">
                <a16:creationId xmlns:a16="http://schemas.microsoft.com/office/drawing/2014/main" id="{2B08551B-45A7-4154-6C2D-C8A345448F78}"/>
              </a:ext>
            </a:extLst>
          </p:cNvPr>
          <p:cNvSpPr txBox="1"/>
          <p:nvPr/>
        </p:nvSpPr>
        <p:spPr>
          <a:xfrm>
            <a:off x="382073" y="2143125"/>
            <a:ext cx="3501946" cy="3965564"/>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First-class Next.js support: Zero-config deployments, fast updates, always aligned with the Next.js roadmap</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Global CDN: Ultra-fast edge delivery, tuned for Next.js ISR (Incremental Static Regeneration).</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Integration Ecosystem: First-class GitHub/Azure DevOps integrations with XM Cloud</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Close partnership with Sitecore; single paper.</a:t>
            </a:r>
          </a:p>
          <a:p>
            <a:pPr marL="228600" indent="-228600">
              <a:buFont typeface="+mj-lt"/>
              <a:buAutoNum type="arabicPeriod"/>
            </a:pPr>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Cost: slightly higher that of Netlify.</a:t>
            </a:r>
          </a:p>
        </p:txBody>
      </p:sp>
      <p:cxnSp>
        <p:nvCxnSpPr>
          <p:cNvPr id="3" name="Straight Connector 2">
            <a:extLst>
              <a:ext uri="{FF2B5EF4-FFF2-40B4-BE49-F238E27FC236}">
                <a16:creationId xmlns:a16="http://schemas.microsoft.com/office/drawing/2014/main" id="{CA24420B-E33B-B403-75D5-2D07BB00FA87}"/>
              </a:ext>
            </a:extLst>
          </p:cNvPr>
          <p:cNvCxnSpPr>
            <a:cxnSpLocks/>
          </p:cNvCxnSpPr>
          <p:nvPr/>
        </p:nvCxnSpPr>
        <p:spPr>
          <a:xfrm>
            <a:off x="4290356" y="1062948"/>
            <a:ext cx="0" cy="5045741"/>
          </a:xfrm>
          <a:prstGeom prst="line">
            <a:avLst/>
          </a:prstGeom>
          <a:ln w="79375">
            <a:solidFill>
              <a:srgbClr val="78B832"/>
            </a:solidFill>
          </a:ln>
        </p:spPr>
        <p:style>
          <a:lnRef idx="1">
            <a:schemeClr val="accent1"/>
          </a:lnRef>
          <a:fillRef idx="0">
            <a:schemeClr val="accent1"/>
          </a:fillRef>
          <a:effectRef idx="0">
            <a:schemeClr val="accent1"/>
          </a:effectRef>
          <a:fontRef idx="minor">
            <a:schemeClr val="tx1"/>
          </a:fontRef>
        </p:style>
      </p:cxnSp>
      <p:pic>
        <p:nvPicPr>
          <p:cNvPr id="5" name="Picture 4" descr="A black and white logo&#10;&#10;Description automatically generated">
            <a:extLst>
              <a:ext uri="{FF2B5EF4-FFF2-40B4-BE49-F238E27FC236}">
                <a16:creationId xmlns:a16="http://schemas.microsoft.com/office/drawing/2014/main" id="{D3A7BC79-4956-58D5-BAC4-A65458DBD8E1}"/>
              </a:ext>
            </a:extLst>
          </p:cNvPr>
          <p:cNvPicPr>
            <a:picLocks noChangeAspect="1"/>
          </p:cNvPicPr>
          <p:nvPr/>
        </p:nvPicPr>
        <p:blipFill>
          <a:blip r:embed="rId3"/>
          <a:stretch>
            <a:fillRect/>
          </a:stretch>
        </p:blipFill>
        <p:spPr>
          <a:xfrm>
            <a:off x="270115" y="6444000"/>
            <a:ext cx="826134" cy="212434"/>
          </a:xfrm>
          <a:prstGeom prst="rect">
            <a:avLst/>
          </a:prstGeom>
        </p:spPr>
      </p:pic>
      <p:cxnSp>
        <p:nvCxnSpPr>
          <p:cNvPr id="6" name="Straight Connector 5">
            <a:extLst>
              <a:ext uri="{FF2B5EF4-FFF2-40B4-BE49-F238E27FC236}">
                <a16:creationId xmlns:a16="http://schemas.microsoft.com/office/drawing/2014/main" id="{9E1DE5B9-8726-276E-9F55-F1C1713980F4}"/>
              </a:ext>
            </a:extLst>
          </p:cNvPr>
          <p:cNvCxnSpPr>
            <a:cxnSpLocks/>
          </p:cNvCxnSpPr>
          <p:nvPr/>
        </p:nvCxnSpPr>
        <p:spPr>
          <a:xfrm>
            <a:off x="8433731" y="977223"/>
            <a:ext cx="0" cy="5045741"/>
          </a:xfrm>
          <a:prstGeom prst="line">
            <a:avLst/>
          </a:prstGeom>
          <a:ln w="79375">
            <a:solidFill>
              <a:srgbClr val="78B832"/>
            </a:solidFill>
          </a:ln>
        </p:spPr>
        <p:style>
          <a:lnRef idx="1">
            <a:schemeClr val="accent1"/>
          </a:lnRef>
          <a:fillRef idx="0">
            <a:schemeClr val="accent1"/>
          </a:fillRef>
          <a:effectRef idx="0">
            <a:schemeClr val="accent1"/>
          </a:effectRef>
          <a:fontRef idx="minor">
            <a:schemeClr val="tx1"/>
          </a:fontRef>
        </p:style>
      </p:cxnSp>
      <p:pic>
        <p:nvPicPr>
          <p:cNvPr id="1026" name="Picture 2" descr="Vercel Logo, symbol, meaning, history, PNG, brand">
            <a:extLst>
              <a:ext uri="{FF2B5EF4-FFF2-40B4-BE49-F238E27FC236}">
                <a16:creationId xmlns:a16="http://schemas.microsoft.com/office/drawing/2014/main" id="{1DF05D58-997B-5310-3204-20575B6E45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000" b="29722"/>
          <a:stretch>
            <a:fillRect/>
          </a:stretch>
        </p:blipFill>
        <p:spPr bwMode="auto">
          <a:xfrm>
            <a:off x="1096249" y="1240136"/>
            <a:ext cx="1581150" cy="3582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4A1077B-A5E9-B27B-B969-6A54EA4EBD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5926" y="1161790"/>
            <a:ext cx="1533524" cy="4175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3580A00-292D-68BB-4AC1-9D69D735F9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27657" y="1109048"/>
            <a:ext cx="1446365" cy="41752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723;p7">
            <a:extLst>
              <a:ext uri="{FF2B5EF4-FFF2-40B4-BE49-F238E27FC236}">
                <a16:creationId xmlns:a16="http://schemas.microsoft.com/office/drawing/2014/main" id="{DE088E7A-F0B8-1242-0224-C529DCA55991}"/>
              </a:ext>
            </a:extLst>
          </p:cNvPr>
          <p:cNvSpPr txBox="1"/>
          <p:nvPr/>
        </p:nvSpPr>
        <p:spPr>
          <a:xfrm>
            <a:off x="4696693" y="2143125"/>
            <a:ext cx="3330701" cy="3965564"/>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Multi-framework support: If you’re mixing React, Vue, Astro, etc., Netlify handles it all.</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Cost transparency: Pricing is simpler and generally cheaper than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Vercel</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at scale.</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Open-source friendliness: More flexibility to eject/migrate compared to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Vercel</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t>
            </a:r>
          </a:p>
          <a:p>
            <a:pPr marL="228600" indent="-228600">
              <a:buFont typeface="+mj-lt"/>
              <a:buAutoNum type="arabicPeriod"/>
            </a:pPr>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Next.js lag: Always a step behind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Vercel</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in Next.js feature parity (ISR, Middleware, App Router support).</a:t>
            </a:r>
          </a:p>
        </p:txBody>
      </p:sp>
      <p:sp>
        <p:nvSpPr>
          <p:cNvPr id="9" name="TextBox 8">
            <a:extLst>
              <a:ext uri="{FF2B5EF4-FFF2-40B4-BE49-F238E27FC236}">
                <a16:creationId xmlns:a16="http://schemas.microsoft.com/office/drawing/2014/main" id="{4ED67A21-48D7-D712-FAF2-02B812776F27}"/>
              </a:ext>
            </a:extLst>
          </p:cNvPr>
          <p:cNvSpPr txBox="1"/>
          <p:nvPr/>
        </p:nvSpPr>
        <p:spPr>
          <a:xfrm>
            <a:off x="409576" y="1718232"/>
            <a:ext cx="3200399" cy="430887"/>
          </a:xfrm>
          <a:prstGeom prst="rect">
            <a:avLst/>
          </a:prstGeom>
          <a:noFill/>
        </p:spPr>
        <p:txBody>
          <a:bodyPr wrap="square">
            <a:spAutoFit/>
          </a:bodyPr>
          <a:lstStyle/>
          <a:p>
            <a:pPr algn="ctr"/>
            <a:r>
              <a:rPr lang="en-US" sz="1050">
                <a:latin typeface="Avenir Next LT Pro" panose="020B0504020202020204" pitchFamily="34" charset="0"/>
                <a:ea typeface="Sans Serif Collection" panose="020B0502040504020204" pitchFamily="34" charset="0"/>
                <a:cs typeface="Sans Serif Collection" panose="020B0502040504020204" pitchFamily="34" charset="0"/>
              </a:rPr>
              <a:t>Developer velocity, Next.js perfection, and fast Sitecore XM Cloud POCs/rollouts</a:t>
            </a:r>
          </a:p>
        </p:txBody>
      </p:sp>
      <p:sp>
        <p:nvSpPr>
          <p:cNvPr id="13" name="Google Shape;723;p7">
            <a:extLst>
              <a:ext uri="{FF2B5EF4-FFF2-40B4-BE49-F238E27FC236}">
                <a16:creationId xmlns:a16="http://schemas.microsoft.com/office/drawing/2014/main" id="{83EDCB55-D6EE-C1D8-FB1E-7CD0614054C5}"/>
              </a:ext>
            </a:extLst>
          </p:cNvPr>
          <p:cNvSpPr txBox="1"/>
          <p:nvPr/>
        </p:nvSpPr>
        <p:spPr>
          <a:xfrm>
            <a:off x="8685488" y="2057400"/>
            <a:ext cx="3124439" cy="3448050"/>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Azure integration: Native hooks into Azure AD, Azure Functions, Key Vault, Application Insights, Azure Front Door, WAF. </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Cost control: Clearer pricing, often cheaper at enterprise scale when bundled with existing Azure commitments.</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Security: Private networking,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VNet</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integration, and enterprise IAM are much stronger than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Vercel</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/Netlify.</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Data residency selection</a:t>
            </a:r>
          </a:p>
          <a:p>
            <a:pPr marL="228600" indent="-228600">
              <a:buFont typeface="+mj-lt"/>
              <a:buAutoNum type="arabicPeriod"/>
            </a:pPr>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Next.js lag: Always a step behind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Vercel</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in Next.js feature parity </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Poor dev experience compared</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Lower global edge performance; more cross region hops. </a:t>
            </a:r>
          </a:p>
        </p:txBody>
      </p:sp>
      <p:sp>
        <p:nvSpPr>
          <p:cNvPr id="17" name="TextBox 16">
            <a:extLst>
              <a:ext uri="{FF2B5EF4-FFF2-40B4-BE49-F238E27FC236}">
                <a16:creationId xmlns:a16="http://schemas.microsoft.com/office/drawing/2014/main" id="{AEAEAD71-5D43-CF23-7E4B-1A43E45CF67B}"/>
              </a:ext>
            </a:extLst>
          </p:cNvPr>
          <p:cNvSpPr txBox="1"/>
          <p:nvPr/>
        </p:nvSpPr>
        <p:spPr>
          <a:xfrm>
            <a:off x="9095919" y="1718232"/>
            <a:ext cx="2509837" cy="553998"/>
          </a:xfrm>
          <a:prstGeom prst="rect">
            <a:avLst/>
          </a:prstGeom>
          <a:noFill/>
        </p:spPr>
        <p:txBody>
          <a:bodyPr wrap="square">
            <a:spAutoFit/>
          </a:bodyPr>
          <a:lstStyle>
            <a:defPPr marR="0" lvl="0" algn="l" rtl="0">
              <a:lnSpc>
                <a:spcPct val="100000"/>
              </a:lnSpc>
              <a:spcBef>
                <a:spcPts val="0"/>
              </a:spcBef>
              <a:spcAft>
                <a:spcPts val="0"/>
              </a:spcAft>
            </a:defPPr>
            <a:lvl1pPr algn="ctr">
              <a:defRPr sz="1050"/>
            </a:lvl1pPr>
          </a:lstStyle>
          <a:p>
            <a:r>
              <a:rPr lang="en-US" sz="1000">
                <a:latin typeface="Avenir Next LT Pro" panose="020B0504020202020204" pitchFamily="34" charset="0"/>
                <a:ea typeface="Sans Serif Collection" panose="020B0502040504020204" pitchFamily="34" charset="0"/>
                <a:cs typeface="Sans Serif Collection" panose="020B0502040504020204" pitchFamily="34" charset="0"/>
              </a:rPr>
              <a:t>IT governance, compliance, and Azure integration matter more than modern Next.js support.</a:t>
            </a:r>
          </a:p>
        </p:txBody>
      </p:sp>
      <p:sp>
        <p:nvSpPr>
          <p:cNvPr id="18" name="TextBox 17">
            <a:extLst>
              <a:ext uri="{FF2B5EF4-FFF2-40B4-BE49-F238E27FC236}">
                <a16:creationId xmlns:a16="http://schemas.microsoft.com/office/drawing/2014/main" id="{8ACEF2AF-AEA2-0A4E-E729-C9E2EE9EC902}"/>
              </a:ext>
            </a:extLst>
          </p:cNvPr>
          <p:cNvSpPr txBox="1"/>
          <p:nvPr/>
        </p:nvSpPr>
        <p:spPr>
          <a:xfrm>
            <a:off x="4826995" y="1718232"/>
            <a:ext cx="3200399" cy="415498"/>
          </a:xfrm>
          <a:prstGeom prst="rect">
            <a:avLst/>
          </a:prstGeom>
          <a:noFill/>
        </p:spPr>
        <p:txBody>
          <a:bodyPr wrap="square">
            <a:spAutoFit/>
          </a:bodyPr>
          <a:lstStyle/>
          <a:p>
            <a:pPr algn="ctr"/>
            <a:r>
              <a:rPr lang="en-US" sz="1050">
                <a:latin typeface="Avenir Next LT Pro" panose="020B0504020202020204" pitchFamily="34" charset="0"/>
                <a:ea typeface="Sans Serif Collection" panose="020B0502040504020204" pitchFamily="34" charset="0"/>
                <a:cs typeface="Sans Serif Collection" panose="020B0502040504020204" pitchFamily="34" charset="0"/>
              </a:rPr>
              <a:t>Cost-effective </a:t>
            </a:r>
            <a:r>
              <a:rPr lang="en-US" sz="1050" err="1">
                <a:latin typeface="Avenir Next LT Pro" panose="020B0504020202020204" pitchFamily="34" charset="0"/>
                <a:ea typeface="Sans Serif Collection" panose="020B0502040504020204" pitchFamily="34" charset="0"/>
                <a:cs typeface="Sans Serif Collection" panose="020B0502040504020204" pitchFamily="34" charset="0"/>
              </a:rPr>
              <a:t>JAMstack</a:t>
            </a:r>
            <a:r>
              <a:rPr lang="en-US" sz="1050">
                <a:latin typeface="Avenir Next LT Pro" panose="020B0504020202020204" pitchFamily="34" charset="0"/>
                <a:ea typeface="Sans Serif Collection" panose="020B0502040504020204" pitchFamily="34" charset="0"/>
                <a:cs typeface="Sans Serif Collection" panose="020B0502040504020204" pitchFamily="34" charset="0"/>
              </a:rPr>
              <a:t> hosting and multi-framework flexibility.</a:t>
            </a:r>
          </a:p>
        </p:txBody>
      </p:sp>
      <p:sp>
        <p:nvSpPr>
          <p:cNvPr id="19" name="TextBox 18">
            <a:extLst>
              <a:ext uri="{FF2B5EF4-FFF2-40B4-BE49-F238E27FC236}">
                <a16:creationId xmlns:a16="http://schemas.microsoft.com/office/drawing/2014/main" id="{EFE00CC0-1B55-D35C-19A6-5036EF6A3D13}"/>
              </a:ext>
            </a:extLst>
          </p:cNvPr>
          <p:cNvSpPr txBox="1"/>
          <p:nvPr/>
        </p:nvSpPr>
        <p:spPr>
          <a:xfrm>
            <a:off x="1425053" y="5574763"/>
            <a:ext cx="1415986" cy="253916"/>
          </a:xfrm>
          <a:prstGeom prst="rect">
            <a:avLst/>
          </a:prstGeom>
          <a:noFill/>
        </p:spPr>
        <p:txBody>
          <a:bodyPr wrap="square">
            <a:spAutoFit/>
          </a:bodyPr>
          <a:lstStyle/>
          <a:p>
            <a:pPr algn="ctr"/>
            <a:r>
              <a:rPr lang="en-US" sz="1050" b="1" dirty="0">
                <a:solidFill>
                  <a:srgbClr val="538321"/>
                </a:solidFill>
                <a:latin typeface="Sans Serif Collection" panose="020B0502040504020204" pitchFamily="34" charset="0"/>
                <a:ea typeface="Sans Serif Collection" panose="020B0502040504020204" pitchFamily="34" charset="0"/>
                <a:cs typeface="Sans Serif Collection" panose="020B0502040504020204" pitchFamily="34" charset="0"/>
              </a:rPr>
              <a:t>RECOMMENDED</a:t>
            </a:r>
          </a:p>
        </p:txBody>
      </p:sp>
      <p:sp>
        <p:nvSpPr>
          <p:cNvPr id="8" name="Rectangle 7">
            <a:extLst>
              <a:ext uri="{FF2B5EF4-FFF2-40B4-BE49-F238E27FC236}">
                <a16:creationId xmlns:a16="http://schemas.microsoft.com/office/drawing/2014/main" id="{CFFC17C0-384D-7E20-7BE6-0EBF1C9824A3}"/>
              </a:ext>
            </a:extLst>
          </p:cNvPr>
          <p:cNvSpPr/>
          <p:nvPr/>
        </p:nvSpPr>
        <p:spPr>
          <a:xfrm>
            <a:off x="165463" y="977223"/>
            <a:ext cx="3869040" cy="4918480"/>
          </a:xfrm>
          <a:prstGeom prst="rect">
            <a:avLst/>
          </a:prstGeom>
          <a:noFill/>
          <a:ln>
            <a:solidFill>
              <a:srgbClr val="53832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9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7B9B-E9A8-9389-1F70-4AA112F0E1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75FE21-0184-518E-5D31-07D8952217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mj-lt"/>
              </a:rPr>
              <a:t>11</a:t>
            </a:fld>
            <a:endParaRPr lang="en-US">
              <a:latin typeface="+mj-lt"/>
            </a:endParaRPr>
          </a:p>
        </p:txBody>
      </p:sp>
      <p:sp>
        <p:nvSpPr>
          <p:cNvPr id="4" name="Google Shape;846;p11">
            <a:extLst>
              <a:ext uri="{FF2B5EF4-FFF2-40B4-BE49-F238E27FC236}">
                <a16:creationId xmlns:a16="http://schemas.microsoft.com/office/drawing/2014/main" id="{99659831-2AAC-5809-8492-02BBD2F4E744}"/>
              </a:ext>
            </a:extLst>
          </p:cNvPr>
          <p:cNvSpPr txBox="1"/>
          <p:nvPr/>
        </p:nvSpPr>
        <p:spPr>
          <a:xfrm>
            <a:off x="382073" y="333738"/>
            <a:ext cx="11644464" cy="353943"/>
          </a:xfrm>
          <a:prstGeom prst="rect">
            <a:avLst/>
          </a:prstGeom>
          <a:noFill/>
          <a:ln>
            <a:noFill/>
          </a:ln>
        </p:spPr>
        <p:txBody>
          <a:bodyPr spcFirstLastPara="1" wrap="square" lIns="0" tIns="0" rIns="0" bIns="0" anchor="ctr" anchorCtr="0">
            <a:spAutoFit/>
          </a:bodyPr>
          <a:lstStyle/>
          <a:p>
            <a:r>
              <a:rPr lang="en-US" sz="2300" b="1">
                <a:solidFill>
                  <a:schemeClr val="tx1"/>
                </a:solidFill>
                <a:latin typeface="+mj-lt"/>
                <a:ea typeface="Avenir"/>
                <a:cs typeface="Arial" panose="020B0604020202020204" pitchFamily="34" charset="0"/>
                <a:sym typeface="Avenir"/>
              </a:rPr>
              <a:t>We will use a personalized search with AI recommendations to drive engagement</a:t>
            </a:r>
            <a:endParaRPr lang="en-US" sz="2300">
              <a:solidFill>
                <a:schemeClr val="tx1"/>
              </a:solidFill>
              <a:latin typeface="+mj-lt"/>
            </a:endParaRPr>
          </a:p>
        </p:txBody>
      </p:sp>
      <p:sp>
        <p:nvSpPr>
          <p:cNvPr id="10" name="Google Shape;723;p7">
            <a:extLst>
              <a:ext uri="{FF2B5EF4-FFF2-40B4-BE49-F238E27FC236}">
                <a16:creationId xmlns:a16="http://schemas.microsoft.com/office/drawing/2014/main" id="{B43B77DF-F23B-E634-ED8B-79A762100346}"/>
              </a:ext>
            </a:extLst>
          </p:cNvPr>
          <p:cNvSpPr txBox="1"/>
          <p:nvPr/>
        </p:nvSpPr>
        <p:spPr>
          <a:xfrm>
            <a:off x="382073" y="2143125"/>
            <a:ext cx="3501946" cy="3965564"/>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Seamless Sitecore integration—integrates directly with Sitecore’s ecosystem, smoother migration.</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Built-in personalization using machine learning, aligning with user behaviors and Sitecore’s personalization tools</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E-commerce pedigree with strong support for product search.</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Cost-effective—included within the Sitecore ecosystem</a:t>
            </a:r>
          </a:p>
          <a:p>
            <a:pPr marL="228600" indent="-228600">
              <a:buFont typeface="+mj-lt"/>
              <a:buAutoNum type="arabicPeriod"/>
            </a:pPr>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Performance gap vs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Algolia</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—Sitecore Search is optimized, but doesn’t match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Algolia’s</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speed</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Limited customization—fewer customization options around schema flexibility, indexing controls, custom ranking, etc.</a:t>
            </a:r>
          </a:p>
        </p:txBody>
      </p:sp>
      <p:cxnSp>
        <p:nvCxnSpPr>
          <p:cNvPr id="3" name="Straight Connector 2">
            <a:extLst>
              <a:ext uri="{FF2B5EF4-FFF2-40B4-BE49-F238E27FC236}">
                <a16:creationId xmlns:a16="http://schemas.microsoft.com/office/drawing/2014/main" id="{22CF351E-2063-49E5-B35B-A7A58BCAB57A}"/>
              </a:ext>
            </a:extLst>
          </p:cNvPr>
          <p:cNvCxnSpPr>
            <a:cxnSpLocks/>
          </p:cNvCxnSpPr>
          <p:nvPr/>
        </p:nvCxnSpPr>
        <p:spPr>
          <a:xfrm>
            <a:off x="4290356" y="1062948"/>
            <a:ext cx="0" cy="5045741"/>
          </a:xfrm>
          <a:prstGeom prst="line">
            <a:avLst/>
          </a:prstGeom>
          <a:ln w="79375">
            <a:solidFill>
              <a:srgbClr val="78B832"/>
            </a:solidFill>
          </a:ln>
        </p:spPr>
        <p:style>
          <a:lnRef idx="1">
            <a:schemeClr val="accent1"/>
          </a:lnRef>
          <a:fillRef idx="0">
            <a:schemeClr val="accent1"/>
          </a:fillRef>
          <a:effectRef idx="0">
            <a:schemeClr val="accent1"/>
          </a:effectRef>
          <a:fontRef idx="minor">
            <a:schemeClr val="tx1"/>
          </a:fontRef>
        </p:style>
      </p:cxnSp>
      <p:pic>
        <p:nvPicPr>
          <p:cNvPr id="5" name="Picture 4" descr="A black and white logo&#10;&#10;Description automatically generated">
            <a:extLst>
              <a:ext uri="{FF2B5EF4-FFF2-40B4-BE49-F238E27FC236}">
                <a16:creationId xmlns:a16="http://schemas.microsoft.com/office/drawing/2014/main" id="{7154BCD5-B174-7140-93E1-450A6915AEDE}"/>
              </a:ext>
            </a:extLst>
          </p:cNvPr>
          <p:cNvPicPr>
            <a:picLocks noChangeAspect="1"/>
          </p:cNvPicPr>
          <p:nvPr/>
        </p:nvPicPr>
        <p:blipFill>
          <a:blip r:embed="rId3"/>
          <a:stretch>
            <a:fillRect/>
          </a:stretch>
        </p:blipFill>
        <p:spPr>
          <a:xfrm>
            <a:off x="270115" y="6444000"/>
            <a:ext cx="826134" cy="212434"/>
          </a:xfrm>
          <a:prstGeom prst="rect">
            <a:avLst/>
          </a:prstGeom>
        </p:spPr>
      </p:pic>
      <p:cxnSp>
        <p:nvCxnSpPr>
          <p:cNvPr id="6" name="Straight Connector 5">
            <a:extLst>
              <a:ext uri="{FF2B5EF4-FFF2-40B4-BE49-F238E27FC236}">
                <a16:creationId xmlns:a16="http://schemas.microsoft.com/office/drawing/2014/main" id="{884D2F3D-54BE-D9E4-01AC-87BB6A97C060}"/>
              </a:ext>
            </a:extLst>
          </p:cNvPr>
          <p:cNvCxnSpPr>
            <a:cxnSpLocks/>
          </p:cNvCxnSpPr>
          <p:nvPr/>
        </p:nvCxnSpPr>
        <p:spPr>
          <a:xfrm>
            <a:off x="8433731" y="977223"/>
            <a:ext cx="0" cy="5045741"/>
          </a:xfrm>
          <a:prstGeom prst="line">
            <a:avLst/>
          </a:prstGeom>
          <a:ln w="79375">
            <a:solidFill>
              <a:srgbClr val="78B832"/>
            </a:solidFill>
          </a:ln>
        </p:spPr>
        <p:style>
          <a:lnRef idx="1">
            <a:schemeClr val="accent1"/>
          </a:lnRef>
          <a:fillRef idx="0">
            <a:schemeClr val="accent1"/>
          </a:fillRef>
          <a:effectRef idx="0">
            <a:schemeClr val="accent1"/>
          </a:effectRef>
          <a:fontRef idx="minor">
            <a:schemeClr val="tx1"/>
          </a:fontRef>
        </p:style>
      </p:cxnSp>
      <p:sp>
        <p:nvSpPr>
          <p:cNvPr id="7" name="Google Shape;723;p7">
            <a:extLst>
              <a:ext uri="{FF2B5EF4-FFF2-40B4-BE49-F238E27FC236}">
                <a16:creationId xmlns:a16="http://schemas.microsoft.com/office/drawing/2014/main" id="{D980437F-20CC-2496-36E3-0E45AE353642}"/>
              </a:ext>
            </a:extLst>
          </p:cNvPr>
          <p:cNvSpPr txBox="1"/>
          <p:nvPr/>
        </p:nvSpPr>
        <p:spPr>
          <a:xfrm>
            <a:off x="4696693" y="2143125"/>
            <a:ext cx="3330701" cy="3965564"/>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Blindingly fast search—lightning-quick response times and “search-as-you-type” really shines for user experience</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Highly customizable—fine-tune relevance, ranking, typo tolerance, multiple indices, facets, APIs, dashboard, etc.</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Developer-friendly—rich REST API, SDKs, crawling options, CLI, dashboard—all build-friendly.</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Higher integration overhead—custom development required for syncing Sitecore content and UI.</a:t>
            </a:r>
          </a:p>
          <a:p>
            <a:pPr marL="228600" indent="-228600">
              <a:buFont typeface="+mj-lt"/>
              <a:buAutoNum type="arabicPeriod"/>
            </a:pPr>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3AF35FFB-0346-5D6C-C69C-7932A7006BF3}"/>
              </a:ext>
            </a:extLst>
          </p:cNvPr>
          <p:cNvSpPr txBox="1"/>
          <p:nvPr/>
        </p:nvSpPr>
        <p:spPr>
          <a:xfrm>
            <a:off x="409576" y="1718232"/>
            <a:ext cx="3200399" cy="253916"/>
          </a:xfrm>
          <a:prstGeom prst="rect">
            <a:avLst/>
          </a:prstGeom>
          <a:noFill/>
        </p:spPr>
        <p:txBody>
          <a:bodyPr wrap="square">
            <a:spAutoFit/>
          </a:bodyPr>
          <a:lstStyle/>
          <a:p>
            <a:pPr algn="ctr"/>
            <a:r>
              <a:rPr lang="en-US" sz="1050" dirty="0">
                <a:latin typeface="Avenir Next LT Pro" panose="020B0504020202020204" pitchFamily="34" charset="0"/>
              </a:rPr>
              <a:t>Cost-effective, fast, and deeply integrated.</a:t>
            </a:r>
            <a:endParaRPr lang="en-US" sz="1050" dirty="0">
              <a:latin typeface="Avenir Next LT Pro" panose="020B0504020202020204" pitchFamily="34" charset="0"/>
              <a:ea typeface="Sans Serif Collection" panose="020B0502040504020204" pitchFamily="34" charset="0"/>
              <a:cs typeface="Sans Serif Collection" panose="020B0502040504020204" pitchFamily="34" charset="0"/>
            </a:endParaRPr>
          </a:p>
        </p:txBody>
      </p:sp>
      <p:sp>
        <p:nvSpPr>
          <p:cNvPr id="13" name="Google Shape;723;p7">
            <a:extLst>
              <a:ext uri="{FF2B5EF4-FFF2-40B4-BE49-F238E27FC236}">
                <a16:creationId xmlns:a16="http://schemas.microsoft.com/office/drawing/2014/main" id="{5F6ADF9D-F95E-AA16-4D5F-3055826F4EC9}"/>
              </a:ext>
            </a:extLst>
          </p:cNvPr>
          <p:cNvSpPr txBox="1"/>
          <p:nvPr/>
        </p:nvSpPr>
        <p:spPr>
          <a:xfrm>
            <a:off x="8685488" y="2148405"/>
            <a:ext cx="3124439" cy="3965564"/>
          </a:xfrm>
          <a:prstGeom prst="rect">
            <a:avLst/>
          </a:prstGeom>
          <a:noFill/>
          <a:ln>
            <a:noFill/>
          </a:ln>
        </p:spPr>
        <p:txBody>
          <a:bodyPr spcFirstLastPara="1" wrap="square" lIns="91425" tIns="45700" rIns="91425" bIns="45700" anchor="t" anchorCtr="0">
            <a:noAutofit/>
          </a:bodyPr>
          <a:lstStyle/>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Pros</a:t>
            </a:r>
          </a:p>
          <a:p>
            <a:endPar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Advanced search UI features—facets, autocomplete, analytics, promotions, ranking, rules, AI, synonyms, user-friendly tuning</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Strong enterprise support—excellent support scores on G2 (ease of use, setup, admin, and support often outpace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Algolia</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Lower license cost relative to Sitecore and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Algolia</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r>
              <a:rPr lang="en-US" sz="1000" b="1" dirty="0">
                <a:latin typeface="Avenir Next LT Pro" panose="020B0504020202020204" pitchFamily="34" charset="0"/>
                <a:ea typeface="Sans Serif Collection" panose="020B0502040504020204" pitchFamily="34" charset="0"/>
                <a:cs typeface="Sans Serif Collection" panose="020B0502040504020204" pitchFamily="34" charset="0"/>
              </a:rPr>
              <a:t>Cons</a:t>
            </a:r>
          </a:p>
          <a:p>
            <a:endPar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endParaRP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Still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Solr</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under the hood—customization and tuning requires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Solr</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understanding, less click-and-play than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Algolia</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Higher total cost—managed service may come at a premium compared to building in-house </a:t>
            </a:r>
            <a:r>
              <a:rPr lang="en-US" sz="1000" dirty="0" err="1">
                <a:latin typeface="Avenir Next LT Pro" panose="020B0504020202020204" pitchFamily="34" charset="0"/>
                <a:ea typeface="Sans Serif Collection" panose="020B0502040504020204" pitchFamily="34" charset="0"/>
                <a:cs typeface="Sans Serif Collection" panose="020B0502040504020204" pitchFamily="34" charset="0"/>
              </a:rPr>
              <a:t>Solr</a:t>
            </a: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 or using Sitecore Search.</a:t>
            </a:r>
          </a:p>
          <a:p>
            <a:pPr marL="228600" indent="-228600">
              <a:buFont typeface="+mj-lt"/>
              <a:buAutoNum type="arabicPeriod"/>
            </a:pPr>
            <a:r>
              <a:rPr lang="en-US" sz="1000" dirty="0">
                <a:latin typeface="Avenir Next LT Pro" panose="020B0504020202020204" pitchFamily="34" charset="0"/>
                <a:ea typeface="Sans Serif Collection" panose="020B0502040504020204" pitchFamily="34" charset="0"/>
                <a:cs typeface="Sans Serif Collection" panose="020B0502040504020204" pitchFamily="34" charset="0"/>
              </a:rPr>
              <a:t>Not as instantaneous—while still robust, may lag slightly behind in raw query performance.</a:t>
            </a:r>
          </a:p>
        </p:txBody>
      </p:sp>
      <p:sp>
        <p:nvSpPr>
          <p:cNvPr id="17" name="TextBox 16">
            <a:extLst>
              <a:ext uri="{FF2B5EF4-FFF2-40B4-BE49-F238E27FC236}">
                <a16:creationId xmlns:a16="http://schemas.microsoft.com/office/drawing/2014/main" id="{7497FC7C-B6C1-F36E-C38A-335C11627265}"/>
              </a:ext>
            </a:extLst>
          </p:cNvPr>
          <p:cNvSpPr txBox="1"/>
          <p:nvPr/>
        </p:nvSpPr>
        <p:spPr>
          <a:xfrm>
            <a:off x="9095919" y="1718232"/>
            <a:ext cx="2509837" cy="246221"/>
          </a:xfrm>
          <a:prstGeom prst="rect">
            <a:avLst/>
          </a:prstGeom>
          <a:noFill/>
        </p:spPr>
        <p:txBody>
          <a:bodyPr wrap="square">
            <a:spAutoFit/>
          </a:bodyPr>
          <a:lstStyle>
            <a:defPPr marR="0" lvl="0" algn="l" rtl="0">
              <a:lnSpc>
                <a:spcPct val="100000"/>
              </a:lnSpc>
              <a:spcBef>
                <a:spcPts val="0"/>
              </a:spcBef>
              <a:spcAft>
                <a:spcPts val="0"/>
              </a:spcAft>
            </a:defPPr>
            <a:lvl1pPr algn="ctr">
              <a:defRPr sz="1050"/>
            </a:lvl1pPr>
          </a:lstStyle>
          <a:p>
            <a:r>
              <a:rPr lang="en-US" sz="1000">
                <a:latin typeface="Avenir Next LT Pro" panose="020B0504020202020204" pitchFamily="34" charset="0"/>
                <a:ea typeface="Sans Serif Collection" panose="020B0502040504020204" pitchFamily="34" charset="0"/>
                <a:cs typeface="Sans Serif Collection" panose="020B0502040504020204" pitchFamily="34" charset="0"/>
              </a:rPr>
              <a:t>Granular control over search.</a:t>
            </a:r>
          </a:p>
        </p:txBody>
      </p:sp>
      <p:sp>
        <p:nvSpPr>
          <p:cNvPr id="18" name="TextBox 17">
            <a:extLst>
              <a:ext uri="{FF2B5EF4-FFF2-40B4-BE49-F238E27FC236}">
                <a16:creationId xmlns:a16="http://schemas.microsoft.com/office/drawing/2014/main" id="{B15980E0-F1B2-5FE8-557D-F66CF5E4BCB2}"/>
              </a:ext>
            </a:extLst>
          </p:cNvPr>
          <p:cNvSpPr txBox="1"/>
          <p:nvPr/>
        </p:nvSpPr>
        <p:spPr>
          <a:xfrm>
            <a:off x="4826995" y="1718232"/>
            <a:ext cx="3200399" cy="415498"/>
          </a:xfrm>
          <a:prstGeom prst="rect">
            <a:avLst/>
          </a:prstGeom>
          <a:noFill/>
        </p:spPr>
        <p:txBody>
          <a:bodyPr wrap="square">
            <a:spAutoFit/>
          </a:bodyPr>
          <a:lstStyle/>
          <a:p>
            <a:pPr algn="ctr"/>
            <a:r>
              <a:rPr lang="en-US" sz="1050">
                <a:latin typeface="Avenir Next LT Pro" panose="020B0504020202020204" pitchFamily="34" charset="0"/>
              </a:rPr>
              <a:t>Blazing speed, rich search UI, and developer flexibility.</a:t>
            </a:r>
            <a:endParaRPr lang="en-US" sz="1050">
              <a:latin typeface="Avenir Next LT Pro" panose="020B0504020202020204" pitchFamily="34" charset="0"/>
              <a:ea typeface="Sans Serif Collection" panose="020B0502040504020204" pitchFamily="34" charset="0"/>
              <a:cs typeface="Sans Serif Collection" panose="020B0502040504020204" pitchFamily="34" charset="0"/>
            </a:endParaRPr>
          </a:p>
        </p:txBody>
      </p:sp>
      <p:pic>
        <p:nvPicPr>
          <p:cNvPr id="22" name="Graphic 21">
            <a:extLst>
              <a:ext uri="{FF2B5EF4-FFF2-40B4-BE49-F238E27FC236}">
                <a16:creationId xmlns:a16="http://schemas.microsoft.com/office/drawing/2014/main" id="{FCB4D818-B45B-4467-CC62-081A940B92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4282" y="1235448"/>
            <a:ext cx="1612030" cy="367604"/>
          </a:xfrm>
          <a:prstGeom prst="rect">
            <a:avLst/>
          </a:prstGeom>
        </p:spPr>
      </p:pic>
      <p:pic>
        <p:nvPicPr>
          <p:cNvPr id="25" name="Picture 24" descr="A black text on a white background&#10;&#10;AI-generated content may be incorrect.">
            <a:extLst>
              <a:ext uri="{FF2B5EF4-FFF2-40B4-BE49-F238E27FC236}">
                <a16:creationId xmlns:a16="http://schemas.microsoft.com/office/drawing/2014/main" id="{600E852B-1EDC-3E47-B99C-435624D6F40E}"/>
              </a:ext>
            </a:extLst>
          </p:cNvPr>
          <p:cNvPicPr>
            <a:picLocks noChangeAspect="1"/>
          </p:cNvPicPr>
          <p:nvPr/>
        </p:nvPicPr>
        <p:blipFill>
          <a:blip r:embed="rId6"/>
          <a:stretch>
            <a:fillRect/>
          </a:stretch>
        </p:blipFill>
        <p:spPr>
          <a:xfrm>
            <a:off x="1301782" y="1233405"/>
            <a:ext cx="1155666" cy="367165"/>
          </a:xfrm>
          <a:prstGeom prst="rect">
            <a:avLst/>
          </a:prstGeom>
        </p:spPr>
      </p:pic>
      <p:pic>
        <p:nvPicPr>
          <p:cNvPr id="28" name="Graphic 27">
            <a:extLst>
              <a:ext uri="{FF2B5EF4-FFF2-40B4-BE49-F238E27FC236}">
                <a16:creationId xmlns:a16="http://schemas.microsoft.com/office/drawing/2014/main" id="{B4B3D183-DD4A-62EC-999D-01D7FB068E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22538" y="1250582"/>
            <a:ext cx="1917148" cy="332810"/>
          </a:xfrm>
          <a:prstGeom prst="rect">
            <a:avLst/>
          </a:prstGeom>
        </p:spPr>
      </p:pic>
      <p:sp>
        <p:nvSpPr>
          <p:cNvPr id="11" name="Rectangle 10">
            <a:extLst>
              <a:ext uri="{FF2B5EF4-FFF2-40B4-BE49-F238E27FC236}">
                <a16:creationId xmlns:a16="http://schemas.microsoft.com/office/drawing/2014/main" id="{6A079076-57F6-C51F-1E8F-D24055FD175D}"/>
              </a:ext>
            </a:extLst>
          </p:cNvPr>
          <p:cNvSpPr/>
          <p:nvPr/>
        </p:nvSpPr>
        <p:spPr>
          <a:xfrm>
            <a:off x="165463" y="977223"/>
            <a:ext cx="3869040" cy="4918480"/>
          </a:xfrm>
          <a:prstGeom prst="rect">
            <a:avLst/>
          </a:prstGeom>
          <a:noFill/>
          <a:ln>
            <a:solidFill>
              <a:srgbClr val="53832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46677AD-8801-3B3C-D3BA-A1FF6F7D448C}"/>
              </a:ext>
            </a:extLst>
          </p:cNvPr>
          <p:cNvSpPr txBox="1"/>
          <p:nvPr/>
        </p:nvSpPr>
        <p:spPr>
          <a:xfrm>
            <a:off x="1425053" y="5574763"/>
            <a:ext cx="1415986" cy="253916"/>
          </a:xfrm>
          <a:prstGeom prst="rect">
            <a:avLst/>
          </a:prstGeom>
          <a:noFill/>
        </p:spPr>
        <p:txBody>
          <a:bodyPr wrap="square">
            <a:spAutoFit/>
          </a:bodyPr>
          <a:lstStyle/>
          <a:p>
            <a:pPr algn="ctr"/>
            <a:r>
              <a:rPr lang="en-US" sz="1050" b="1" dirty="0">
                <a:solidFill>
                  <a:srgbClr val="538321"/>
                </a:solidFill>
                <a:latin typeface="Sans Serif Collection" panose="020B0502040504020204" pitchFamily="34" charset="0"/>
                <a:ea typeface="Sans Serif Collection" panose="020B0502040504020204" pitchFamily="34" charset="0"/>
                <a:cs typeface="Sans Serif Collection" panose="020B0502040504020204" pitchFamily="34" charset="0"/>
              </a:rPr>
              <a:t>RECOMMENDED</a:t>
            </a:r>
          </a:p>
        </p:txBody>
      </p:sp>
    </p:spTree>
    <p:extLst>
      <p:ext uri="{BB962C8B-B14F-4D97-AF65-F5344CB8AC3E}">
        <p14:creationId xmlns:p14="http://schemas.microsoft.com/office/powerpoint/2010/main" val="185624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1EC007-D23B-7190-A058-78257B67C200}"/>
              </a:ext>
            </a:extLst>
          </p:cNvPr>
          <p:cNvSpPr>
            <a:spLocks noGrp="1"/>
          </p:cNvSpPr>
          <p:nvPr>
            <p:ph type="sldNum" sz="quarter" idx="4"/>
          </p:nvPr>
        </p:nvSpPr>
        <p:spPr/>
        <p:txBody>
          <a:bodyPr/>
          <a:lstStyle/>
          <a:p>
            <a:fld id="{BAA9A6D5-6075-4912-8295-34659A3829C4}" type="slidenum">
              <a:rPr lang="en-US" smtClean="0"/>
              <a:pPr/>
              <a:t>12</a:t>
            </a:fld>
            <a:endParaRPr lang="en-US"/>
          </a:p>
        </p:txBody>
      </p:sp>
      <p:graphicFrame>
        <p:nvGraphicFramePr>
          <p:cNvPr id="4" name="Content Placeholder 5">
            <a:extLst>
              <a:ext uri="{FF2B5EF4-FFF2-40B4-BE49-F238E27FC236}">
                <a16:creationId xmlns:a16="http://schemas.microsoft.com/office/drawing/2014/main" id="{02324E50-6620-55E4-D1C3-E4F1366D6ACD}"/>
              </a:ext>
            </a:extLst>
          </p:cNvPr>
          <p:cNvGraphicFramePr>
            <a:graphicFrameLocks/>
          </p:cNvGraphicFramePr>
          <p:nvPr>
            <p:extLst>
              <p:ext uri="{D42A27DB-BD31-4B8C-83A1-F6EECF244321}">
                <p14:modId xmlns:p14="http://schemas.microsoft.com/office/powerpoint/2010/main" val="1634166913"/>
              </p:ext>
            </p:extLst>
          </p:nvPr>
        </p:nvGraphicFramePr>
        <p:xfrm>
          <a:off x="564283" y="1432410"/>
          <a:ext cx="10779992" cy="3993179"/>
        </p:xfrm>
        <a:graphic>
          <a:graphicData uri="http://schemas.openxmlformats.org/drawingml/2006/table">
            <a:tbl>
              <a:tblPr firstRow="1" bandRow="1">
                <a:tableStyleId>{5C22544A-7EE6-4342-B048-85BDC9FD1C3A}</a:tableStyleId>
              </a:tblPr>
              <a:tblGrid>
                <a:gridCol w="2473546">
                  <a:extLst>
                    <a:ext uri="{9D8B030D-6E8A-4147-A177-3AD203B41FA5}">
                      <a16:colId xmlns:a16="http://schemas.microsoft.com/office/drawing/2014/main" val="20000"/>
                    </a:ext>
                  </a:extLst>
                </a:gridCol>
                <a:gridCol w="1052707">
                  <a:extLst>
                    <a:ext uri="{9D8B030D-6E8A-4147-A177-3AD203B41FA5}">
                      <a16:colId xmlns:a16="http://schemas.microsoft.com/office/drawing/2014/main" val="2352260767"/>
                    </a:ext>
                  </a:extLst>
                </a:gridCol>
                <a:gridCol w="7253739">
                  <a:extLst>
                    <a:ext uri="{9D8B030D-6E8A-4147-A177-3AD203B41FA5}">
                      <a16:colId xmlns:a16="http://schemas.microsoft.com/office/drawing/2014/main" val="20001"/>
                    </a:ext>
                  </a:extLst>
                </a:gridCol>
              </a:tblGrid>
              <a:tr h="349060">
                <a:tc>
                  <a:txBody>
                    <a:bodyPr/>
                    <a:lstStyle/>
                    <a:p>
                      <a:pPr marL="0" marR="0" algn="ctr" defTabSz="914400" rtl="0" eaLnBrk="1" fontAlgn="base" latinLnBrk="0" hangingPunct="1">
                        <a:lnSpc>
                          <a:spcPct val="107000"/>
                        </a:lnSpc>
                        <a:spcBef>
                          <a:spcPts val="0"/>
                        </a:spcBef>
                        <a:spcAft>
                          <a:spcPts val="600"/>
                        </a:spcAft>
                      </a:pPr>
                      <a:r>
                        <a:rPr lang="en-US" sz="1100" kern="1200" spc="10" dirty="0">
                          <a:solidFill>
                            <a:schemeClr val="bg1"/>
                          </a:solidFill>
                          <a:effectLst/>
                          <a:latin typeface="Avenir Next LT Pro"/>
                        </a:rPr>
                        <a:t>Test Type </a:t>
                      </a:r>
                      <a:endParaRPr lang="en-US" sz="1100" b="1" kern="1200" spc="10" dirty="0">
                        <a:solidFill>
                          <a:schemeClr val="bg1"/>
                        </a:solidFill>
                        <a:effectLst/>
                        <a:latin typeface="Avenir Next LT Pro"/>
                        <a:ea typeface="+mn-ea"/>
                        <a:cs typeface="Avenir Book" charset="0"/>
                      </a:endParaRPr>
                    </a:p>
                  </a:txBody>
                  <a:tcPr marL="32377" marR="32377" marT="10117" marB="10117" anchor="ctr">
                    <a:solidFill>
                      <a:srgbClr val="538321"/>
                    </a:solidFill>
                  </a:tcPr>
                </a:tc>
                <a:tc>
                  <a:txBody>
                    <a:bodyPr/>
                    <a:lstStyle/>
                    <a:p>
                      <a:pPr marL="0" marR="0" algn="ctr" defTabSz="914400" rtl="0" eaLnBrk="1" fontAlgn="base" latinLnBrk="0" hangingPunct="1">
                        <a:lnSpc>
                          <a:spcPct val="107000"/>
                        </a:lnSpc>
                        <a:spcBef>
                          <a:spcPts val="0"/>
                        </a:spcBef>
                        <a:spcAft>
                          <a:spcPts val="600"/>
                        </a:spcAft>
                      </a:pPr>
                      <a:r>
                        <a:rPr lang="en-US" sz="1100" b="1" kern="1200" spc="10" dirty="0">
                          <a:solidFill>
                            <a:schemeClr val="bg1"/>
                          </a:solidFill>
                          <a:effectLst/>
                          <a:latin typeface="Avenir Next LT Pro"/>
                          <a:ea typeface="+mn-ea"/>
                          <a:cs typeface="Avenir Book" charset="0"/>
                        </a:rPr>
                        <a:t>Included</a:t>
                      </a:r>
                    </a:p>
                  </a:txBody>
                  <a:tcPr marL="32377" marR="32377" marT="10117" marB="10117" anchor="ctr">
                    <a:solidFill>
                      <a:srgbClr val="538321"/>
                    </a:solidFill>
                  </a:tcPr>
                </a:tc>
                <a:tc>
                  <a:txBody>
                    <a:bodyPr/>
                    <a:lstStyle/>
                    <a:p>
                      <a:pPr marL="0" marR="0" algn="ctr" defTabSz="914400" rtl="0" eaLnBrk="1" fontAlgn="base" latinLnBrk="0" hangingPunct="1">
                        <a:lnSpc>
                          <a:spcPct val="107000"/>
                        </a:lnSpc>
                        <a:spcBef>
                          <a:spcPts val="0"/>
                        </a:spcBef>
                        <a:spcAft>
                          <a:spcPts val="600"/>
                        </a:spcAft>
                      </a:pPr>
                      <a:r>
                        <a:rPr lang="en-US" sz="1100" kern="1200" spc="10" dirty="0">
                          <a:solidFill>
                            <a:schemeClr val="bg1"/>
                          </a:solidFill>
                          <a:effectLst/>
                          <a:latin typeface="Avenir Next LT Pro"/>
                        </a:rPr>
                        <a:t>Goal </a:t>
                      </a:r>
                      <a:endParaRPr lang="en-US" sz="1100" b="1" kern="1200" spc="10" dirty="0">
                        <a:solidFill>
                          <a:schemeClr val="bg1"/>
                        </a:solidFill>
                        <a:effectLst/>
                        <a:latin typeface="Avenir Next LT Pro"/>
                        <a:ea typeface="+mn-ea"/>
                        <a:cs typeface="Avenir Book" charset="0"/>
                      </a:endParaRPr>
                    </a:p>
                  </a:txBody>
                  <a:tcPr marL="32377" marR="32377" marT="10117" marB="10117" anchor="ctr">
                    <a:solidFill>
                      <a:srgbClr val="538321"/>
                    </a:solidFill>
                  </a:tcPr>
                </a:tc>
                <a:extLst>
                  <a:ext uri="{0D108BD9-81ED-4DB2-BD59-A6C34878D82A}">
                    <a16:rowId xmlns:a16="http://schemas.microsoft.com/office/drawing/2014/main" val="10000"/>
                  </a:ext>
                </a:extLst>
              </a:tr>
              <a:tr h="273305">
                <a:tc>
                  <a:txBody>
                    <a:bodyPr/>
                    <a:lstStyle/>
                    <a:p>
                      <a:pPr algn="ctr" rtl="0" fontAlgn="base"/>
                      <a:r>
                        <a:rPr lang="en-US" sz="1100" b="1" u="none" strike="noStrike" dirty="0">
                          <a:effectLst/>
                          <a:latin typeface="Avenir Next LT Pro"/>
                        </a:rPr>
                        <a:t>Code Quality Testing</a:t>
                      </a:r>
                      <a:r>
                        <a:rPr lang="en-US" sz="1100" b="1" dirty="0">
                          <a:effectLst/>
                          <a:latin typeface="Avenir Next LT Pro"/>
                        </a:rPr>
                        <a:t> </a:t>
                      </a:r>
                    </a:p>
                  </a:txBody>
                  <a:tcPr marL="32377" marR="32377" marT="10117" marB="10117" anchor="ctr">
                    <a:solidFill>
                      <a:schemeClr val="bg1"/>
                    </a:solidFill>
                  </a:tcPr>
                </a:tc>
                <a:tc>
                  <a:txBody>
                    <a:bodyPr/>
                    <a:lstStyle/>
                    <a:p>
                      <a:pPr algn="ctr" rtl="0" fontAlgn="base"/>
                      <a:r>
                        <a:rPr lang="en-US" sz="1100" b="0" i="0" dirty="0">
                          <a:effectLst/>
                          <a:latin typeface="Avenir Next LT Pro"/>
                          <a:ea typeface="Avenir Book" charset="0"/>
                          <a:cs typeface="Avenir Book" charset="0"/>
                        </a:rPr>
                        <a:t>Yes</a:t>
                      </a:r>
                    </a:p>
                  </a:txBody>
                  <a:tcPr marL="32377" marR="32377" marT="10117" marB="10117" anchor="ctr">
                    <a:solidFill>
                      <a:schemeClr val="bg1"/>
                    </a:solidFill>
                  </a:tcPr>
                </a:tc>
                <a:tc>
                  <a:txBody>
                    <a:bodyPr/>
                    <a:lstStyle/>
                    <a:p>
                      <a:pPr algn="l" rtl="0" fontAlgn="base"/>
                      <a:r>
                        <a:rPr lang="en-US" sz="1100" b="0" u="none" strike="noStrike" dirty="0" err="1">
                          <a:effectLst/>
                          <a:latin typeface="Avenir Next LT Pro"/>
                        </a:rPr>
                        <a:t>Lintjs</a:t>
                      </a:r>
                      <a:r>
                        <a:rPr lang="en-US" sz="1100" b="0" u="none" strike="noStrike" dirty="0">
                          <a:effectLst/>
                          <a:latin typeface="Avenir Next LT Pro"/>
                        </a:rPr>
                        <a:t> use for a local quality scan of Next.js code.</a:t>
                      </a:r>
                      <a:endParaRPr lang="en-US" sz="1100" b="0" i="0" dirty="0">
                        <a:effectLst/>
                        <a:latin typeface="Avenir Next LT Pro"/>
                        <a:ea typeface="Avenir Book" charset="0"/>
                        <a:cs typeface="Avenir Book" charset="0"/>
                      </a:endParaRPr>
                    </a:p>
                  </a:txBody>
                  <a:tcPr marL="32377" marR="32377" marT="10117" marB="10117" anchor="ctr">
                    <a:solidFill>
                      <a:schemeClr val="bg1"/>
                    </a:solidFill>
                  </a:tcPr>
                </a:tc>
                <a:extLst>
                  <a:ext uri="{0D108BD9-81ED-4DB2-BD59-A6C34878D82A}">
                    <a16:rowId xmlns:a16="http://schemas.microsoft.com/office/drawing/2014/main" val="10001"/>
                  </a:ext>
                </a:extLst>
              </a:tr>
              <a:tr h="355953">
                <a:tc>
                  <a:txBody>
                    <a:bodyPr/>
                    <a:lstStyle/>
                    <a:p>
                      <a:pPr algn="ctr" rtl="0" fontAlgn="base"/>
                      <a:r>
                        <a:rPr lang="en-US" sz="1100" b="1" u="none" strike="noStrike" dirty="0">
                          <a:effectLst/>
                          <a:latin typeface="Avenir Next LT Pro"/>
                        </a:rPr>
                        <a:t>Functional Testing</a:t>
                      </a:r>
                      <a:r>
                        <a:rPr lang="en-US" sz="1100" b="1" dirty="0">
                          <a:effectLst/>
                          <a:latin typeface="Avenir Next LT Pro"/>
                        </a:rPr>
                        <a:t> </a:t>
                      </a:r>
                      <a:endParaRPr lang="en-US" sz="1100" b="1" i="0" dirty="0">
                        <a:effectLst/>
                        <a:latin typeface="Avenir Next LT Pro"/>
                        <a:ea typeface="Avenir Book" charset="0"/>
                        <a:cs typeface="Avenir Book" charset="0"/>
                      </a:endParaRPr>
                    </a:p>
                  </a:txBody>
                  <a:tcPr marL="32377" marR="32377" marT="10117" marB="10117" anchor="ctr">
                    <a:solidFill>
                      <a:schemeClr val="bg1">
                        <a:lumMod val="95000"/>
                      </a:schemeClr>
                    </a:solidFill>
                  </a:tcPr>
                </a:tc>
                <a:tc>
                  <a:txBody>
                    <a:bodyPr/>
                    <a:lstStyle/>
                    <a:p>
                      <a:pPr algn="ctr" rtl="0" fontAlgn="base"/>
                      <a:r>
                        <a:rPr lang="en-US" sz="1100" b="0" i="0" dirty="0">
                          <a:effectLst/>
                          <a:latin typeface="Avenir Next LT Pro"/>
                          <a:ea typeface="Avenir Book" charset="0"/>
                          <a:cs typeface="Avenir Book" charset="0"/>
                        </a:rPr>
                        <a:t>Yes</a:t>
                      </a:r>
                    </a:p>
                  </a:txBody>
                  <a:tcPr marL="32377" marR="32377" marT="10117" marB="10117" anchor="ctr">
                    <a:solidFill>
                      <a:schemeClr val="bg1">
                        <a:lumMod val="95000"/>
                      </a:schemeClr>
                    </a:solidFill>
                  </a:tcPr>
                </a:tc>
                <a:tc>
                  <a:txBody>
                    <a:bodyPr/>
                    <a:lstStyle/>
                    <a:p>
                      <a:pPr algn="l" rtl="0" fontAlgn="base"/>
                      <a:r>
                        <a:rPr lang="en-US" sz="1100" b="0" u="none" strike="noStrike" dirty="0">
                          <a:effectLst/>
                          <a:latin typeface="Avenir Next LT Pro"/>
                        </a:rPr>
                        <a:t>Functional testing of components to ensure parity.</a:t>
                      </a:r>
                      <a:endParaRPr lang="en-US" sz="1100" b="0" i="0" dirty="0">
                        <a:effectLst/>
                        <a:latin typeface="Avenir Next LT Pro"/>
                        <a:ea typeface="Avenir Book" charset="0"/>
                        <a:cs typeface="Avenir Book" charset="0"/>
                      </a:endParaRPr>
                    </a:p>
                  </a:txBody>
                  <a:tcPr marL="32377" marR="32377" marT="10117" marB="10117" anchor="ctr">
                    <a:solidFill>
                      <a:schemeClr val="bg1">
                        <a:lumMod val="95000"/>
                      </a:schemeClr>
                    </a:solidFill>
                  </a:tcPr>
                </a:tc>
                <a:extLst>
                  <a:ext uri="{0D108BD9-81ED-4DB2-BD59-A6C34878D82A}">
                    <a16:rowId xmlns:a16="http://schemas.microsoft.com/office/drawing/2014/main" val="10002"/>
                  </a:ext>
                </a:extLst>
              </a:tr>
              <a:tr h="315826">
                <a:tc>
                  <a:txBody>
                    <a:bodyPr/>
                    <a:lstStyle/>
                    <a:p>
                      <a:pPr marL="0" algn="ctr" defTabSz="914400" rtl="0" eaLnBrk="1" fontAlgn="base" latinLnBrk="0" hangingPunct="1"/>
                      <a:r>
                        <a:rPr lang="en-US" sz="1100" b="1" u="none" strike="noStrike" kern="1200" dirty="0">
                          <a:solidFill>
                            <a:schemeClr val="dk1"/>
                          </a:solidFill>
                          <a:effectLst/>
                          <a:latin typeface="Avenir Next LT Pro"/>
                          <a:ea typeface="+mn-ea"/>
                          <a:cs typeface="+mn-cs"/>
                        </a:rPr>
                        <a:t>Regression Testing </a:t>
                      </a:r>
                    </a:p>
                  </a:txBody>
                  <a:tcPr marL="32377" marR="32377" marT="10117" marB="10117" anchor="ctr">
                    <a:solidFill>
                      <a:schemeClr val="bg1"/>
                    </a:solidFill>
                  </a:tcPr>
                </a:tc>
                <a:tc>
                  <a:txBody>
                    <a:bodyPr/>
                    <a:lstStyle/>
                    <a:p>
                      <a:pPr marL="0" lvl="0" algn="ctr">
                        <a:buNone/>
                      </a:pPr>
                      <a:r>
                        <a:rPr lang="en-US" sz="1100" b="0" u="none" strike="noStrike" kern="1200" dirty="0">
                          <a:solidFill>
                            <a:schemeClr val="dk1"/>
                          </a:solidFill>
                          <a:effectLst/>
                          <a:latin typeface="Avenir Next LT Pro"/>
                          <a:ea typeface="+mn-ea"/>
                          <a:cs typeface="+mn-cs"/>
                        </a:rPr>
                        <a:t>Yes</a:t>
                      </a:r>
                    </a:p>
                  </a:txBody>
                  <a:tcPr marL="32377" marR="32377" marT="10117" marB="10117" anchor="ctr">
                    <a:solidFill>
                      <a:schemeClr val="bg1"/>
                    </a:solidFill>
                  </a:tcPr>
                </a:tc>
                <a:tc>
                  <a:txBody>
                    <a:bodyPr/>
                    <a:lstStyle/>
                    <a:p>
                      <a:pPr marL="0" algn="l" rtl="0" eaLnBrk="1" fontAlgn="base" latinLnBrk="0" hangingPunct="1"/>
                      <a:r>
                        <a:rPr lang="en-US" sz="1100" b="0" u="none" strike="noStrike" kern="1200" dirty="0">
                          <a:solidFill>
                            <a:schemeClr val="dk1"/>
                          </a:solidFill>
                          <a:effectLst/>
                          <a:latin typeface="Avenir Next LT Pro"/>
                          <a:ea typeface="+mn-ea"/>
                          <a:cs typeface="+mn-cs"/>
                        </a:rPr>
                        <a:t>Automated visual regression testing of the website.</a:t>
                      </a:r>
                    </a:p>
                  </a:txBody>
                  <a:tcPr marL="32377" marR="32377" marT="10117" marB="10117" anchor="ctr">
                    <a:solidFill>
                      <a:schemeClr val="bg1"/>
                    </a:solidFill>
                  </a:tcPr>
                </a:tc>
                <a:extLst>
                  <a:ext uri="{0D108BD9-81ED-4DB2-BD59-A6C34878D82A}">
                    <a16:rowId xmlns:a16="http://schemas.microsoft.com/office/drawing/2014/main" val="10003"/>
                  </a:ext>
                </a:extLst>
              </a:tr>
              <a:tr h="315826">
                <a:tc>
                  <a:txBody>
                    <a:bodyPr/>
                    <a:lstStyle/>
                    <a:p>
                      <a:pPr marL="0" algn="ctr" defTabSz="914400" rtl="0" eaLnBrk="1" fontAlgn="base" latinLnBrk="0" hangingPunct="1"/>
                      <a:r>
                        <a:rPr lang="en-US" sz="1100" b="1" u="none" strike="noStrike" kern="1200" dirty="0">
                          <a:solidFill>
                            <a:schemeClr val="dk1"/>
                          </a:solidFill>
                          <a:effectLst/>
                          <a:latin typeface="Avenir Next LT Pro"/>
                          <a:ea typeface="+mn-ea"/>
                          <a:cs typeface="+mn-cs"/>
                        </a:rPr>
                        <a:t>User Acceptance Testing </a:t>
                      </a:r>
                    </a:p>
                  </a:txBody>
                  <a:tcPr marL="32377" marR="32377" marT="10117" marB="10117" anchor="ctr">
                    <a:solidFill>
                      <a:schemeClr val="bg1">
                        <a:lumMod val="95000"/>
                      </a:schemeClr>
                    </a:solidFill>
                  </a:tcPr>
                </a:tc>
                <a:tc>
                  <a:txBody>
                    <a:bodyPr/>
                    <a:lstStyle/>
                    <a:p>
                      <a:pPr marL="0" algn="ctr" rtl="0" eaLnBrk="1" fontAlgn="base" latinLnBrk="0" hangingPunct="1"/>
                      <a:r>
                        <a:rPr lang="en-US" sz="1100" b="0" u="none" strike="noStrike" kern="1200" dirty="0">
                          <a:solidFill>
                            <a:schemeClr val="dk1"/>
                          </a:solidFill>
                          <a:effectLst/>
                          <a:latin typeface="Avenir Next LT Pro"/>
                          <a:ea typeface="+mn-ea"/>
                          <a:cs typeface="+mn-cs"/>
                        </a:rPr>
                        <a:t>Yes</a:t>
                      </a:r>
                    </a:p>
                  </a:txBody>
                  <a:tcPr marL="32377" marR="32377" marT="10117" marB="10117" anchor="ctr">
                    <a:solidFill>
                      <a:schemeClr val="bg1">
                        <a:lumMod val="95000"/>
                      </a:schemeClr>
                    </a:solidFill>
                  </a:tcPr>
                </a:tc>
                <a:tc>
                  <a:txBody>
                    <a:bodyPr/>
                    <a:lstStyle/>
                    <a:p>
                      <a:pPr marL="0" algn="l" rtl="0" eaLnBrk="1" fontAlgn="base" latinLnBrk="0" hangingPunct="1"/>
                      <a:r>
                        <a:rPr lang="en-US" sz="1100" b="0" u="none" strike="noStrike" kern="1200" dirty="0">
                          <a:solidFill>
                            <a:schemeClr val="dk1"/>
                          </a:solidFill>
                          <a:effectLst/>
                          <a:latin typeface="Avenir Next LT Pro"/>
                          <a:ea typeface="+mn-ea"/>
                          <a:cs typeface="+mn-cs"/>
                        </a:rPr>
                        <a:t>Ensures that the website works per Lattice Semiconductor standards.</a:t>
                      </a:r>
                    </a:p>
                  </a:txBody>
                  <a:tcPr marL="32377" marR="32377" marT="10117" marB="10117" anchor="ctr">
                    <a:solidFill>
                      <a:schemeClr val="bg1">
                        <a:lumMod val="95000"/>
                      </a:schemeClr>
                    </a:solidFill>
                  </a:tcPr>
                </a:tc>
                <a:extLst>
                  <a:ext uri="{0D108BD9-81ED-4DB2-BD59-A6C34878D82A}">
                    <a16:rowId xmlns:a16="http://schemas.microsoft.com/office/drawing/2014/main" val="10005"/>
                  </a:ext>
                </a:extLst>
              </a:tr>
              <a:tr h="336139">
                <a:tc>
                  <a:txBody>
                    <a:bodyPr/>
                    <a:lstStyle/>
                    <a:p>
                      <a:pPr marL="0" algn="ctr" defTabSz="914400" rtl="0" eaLnBrk="1" fontAlgn="base" latinLnBrk="0" hangingPunct="1"/>
                      <a:r>
                        <a:rPr lang="en-US" sz="1100" u="none" strike="noStrike" kern="1200" dirty="0">
                          <a:solidFill>
                            <a:schemeClr val="dk1"/>
                          </a:solidFill>
                          <a:effectLst/>
                          <a:latin typeface="Avenir Next LT Pro"/>
                          <a:ea typeface="+mn-ea"/>
                          <a:cs typeface="+mn-cs"/>
                        </a:rPr>
                        <a:t>Page Load Speed Testing</a:t>
                      </a:r>
                    </a:p>
                  </a:txBody>
                  <a:tcPr marL="32377" marR="32377" marT="10117" marB="10117" anchor="ctr">
                    <a:solidFill>
                      <a:schemeClr val="bg1"/>
                    </a:solidFill>
                  </a:tcPr>
                </a:tc>
                <a:tc>
                  <a:txBody>
                    <a:bodyPr/>
                    <a:lstStyle/>
                    <a:p>
                      <a:pPr marL="0" algn="ctr" rtl="0" eaLnBrk="1" fontAlgn="base" latinLnBrk="0" hangingPunct="1"/>
                      <a:r>
                        <a:rPr lang="en-US" sz="1100" u="none" strike="noStrike" kern="1200" dirty="0">
                          <a:solidFill>
                            <a:schemeClr val="dk1"/>
                          </a:solidFill>
                          <a:effectLst/>
                          <a:latin typeface="Avenir Next LT Pro"/>
                          <a:ea typeface="+mn-ea"/>
                          <a:cs typeface="+mn-cs"/>
                        </a:rPr>
                        <a:t>N/A</a:t>
                      </a:r>
                    </a:p>
                  </a:txBody>
                  <a:tcPr marL="32377" marR="32377" marT="10117" marB="10117" anchor="ctr">
                    <a:solidFill>
                      <a:schemeClr val="bg1"/>
                    </a:solidFill>
                  </a:tcPr>
                </a:tc>
                <a:tc>
                  <a:txBody>
                    <a:bodyPr/>
                    <a:lstStyle/>
                    <a:p>
                      <a:pPr marL="0" algn="l" rtl="0" eaLnBrk="1" fontAlgn="base" latinLnBrk="0" hangingPunct="1"/>
                      <a:r>
                        <a:rPr lang="en-US" sz="1100" u="none" strike="noStrike" kern="1200" dirty="0">
                          <a:solidFill>
                            <a:schemeClr val="dk1"/>
                          </a:solidFill>
                          <a:effectLst/>
                          <a:latin typeface="Avenir Next LT Pro"/>
                          <a:ea typeface="+mn-ea"/>
                          <a:cs typeface="+mn-cs"/>
                        </a:rPr>
                        <a:t>Ensures that the website pages load rapidly per Lattice Semiconductor standards.</a:t>
                      </a:r>
                    </a:p>
                  </a:txBody>
                  <a:tcPr marL="32377" marR="32377" marT="10117" marB="10117" anchor="ctr">
                    <a:solidFill>
                      <a:schemeClr val="bg1"/>
                    </a:solidFill>
                  </a:tcPr>
                </a:tc>
                <a:extLst>
                  <a:ext uri="{0D108BD9-81ED-4DB2-BD59-A6C34878D82A}">
                    <a16:rowId xmlns:a16="http://schemas.microsoft.com/office/drawing/2014/main" val="10006"/>
                  </a:ext>
                </a:extLst>
              </a:tr>
              <a:tr h="349638">
                <a:tc>
                  <a:txBody>
                    <a:bodyPr/>
                    <a:lstStyle/>
                    <a:p>
                      <a:pPr marL="0" algn="ctr" rtl="0" eaLnBrk="1" fontAlgn="base" latinLnBrk="0" hangingPunct="1"/>
                      <a:r>
                        <a:rPr lang="en-US" sz="1100" u="none" strike="noStrike" kern="1200" dirty="0">
                          <a:solidFill>
                            <a:schemeClr val="dk1"/>
                          </a:solidFill>
                          <a:effectLst/>
                          <a:latin typeface="Avenir Next LT Pro"/>
                          <a:ea typeface="+mn-ea"/>
                          <a:cs typeface="+mn-cs"/>
                        </a:rPr>
                        <a:t>Load Testing  </a:t>
                      </a:r>
                      <a:endParaRPr lang="en-US" sz="1100" b="0" i="0" u="none" strike="noStrike" kern="1200" noProof="0" dirty="0">
                        <a:effectLst/>
                      </a:endParaRPr>
                    </a:p>
                  </a:txBody>
                  <a:tcPr marL="32377" marR="32377" marT="10117" marB="10117" anchor="ctr">
                    <a:solidFill>
                      <a:schemeClr val="bg1">
                        <a:lumMod val="95000"/>
                      </a:schemeClr>
                    </a:solidFill>
                  </a:tcPr>
                </a:tc>
                <a:tc>
                  <a:txBody>
                    <a:bodyPr/>
                    <a:lstStyle/>
                    <a:p>
                      <a:pPr marL="0" algn="ctr" rtl="0" eaLnBrk="1" fontAlgn="base" latinLnBrk="0" hangingPunct="1"/>
                      <a:r>
                        <a:rPr lang="en-US" sz="1100" u="none" strike="noStrike" kern="1200" dirty="0">
                          <a:solidFill>
                            <a:schemeClr val="dk1"/>
                          </a:solidFill>
                          <a:effectLst/>
                          <a:latin typeface="Avenir Next LT Pro"/>
                          <a:ea typeface="+mn-ea"/>
                          <a:cs typeface="+mn-cs"/>
                        </a:rPr>
                        <a:t>N/A</a:t>
                      </a:r>
                    </a:p>
                  </a:txBody>
                  <a:tcPr marL="32377" marR="32377" marT="10117" marB="10117" anchor="ctr">
                    <a:solidFill>
                      <a:schemeClr val="bg1">
                        <a:lumMod val="95000"/>
                      </a:schemeClr>
                    </a:solidFill>
                  </a:tcPr>
                </a:tc>
                <a:tc>
                  <a:txBody>
                    <a:bodyPr/>
                    <a:lstStyle/>
                    <a:p>
                      <a:pPr marL="0" algn="l" rtl="0" eaLnBrk="1" fontAlgn="base" latinLnBrk="0" hangingPunct="1"/>
                      <a:r>
                        <a:rPr lang="en-US" sz="1100" u="none" strike="noStrike" kern="1200" dirty="0">
                          <a:solidFill>
                            <a:schemeClr val="dk1"/>
                          </a:solidFill>
                          <a:effectLst/>
                          <a:latin typeface="Avenir Next LT Pro"/>
                          <a:ea typeface="+mn-ea"/>
                          <a:cs typeface="+mn-cs"/>
                        </a:rPr>
                        <a:t>Ensures that the website can support a particular load per Lattice Semiconductor standards.</a:t>
                      </a:r>
                    </a:p>
                  </a:txBody>
                  <a:tcPr marL="32377" marR="32377" marT="10117" marB="10117" anchor="ctr">
                    <a:solidFill>
                      <a:schemeClr val="bg1">
                        <a:lumMod val="95000"/>
                      </a:schemeClr>
                    </a:solidFill>
                  </a:tcPr>
                </a:tc>
                <a:extLst>
                  <a:ext uri="{0D108BD9-81ED-4DB2-BD59-A6C34878D82A}">
                    <a16:rowId xmlns:a16="http://schemas.microsoft.com/office/drawing/2014/main" val="10007"/>
                  </a:ext>
                </a:extLst>
              </a:tr>
              <a:tr h="384018">
                <a:tc>
                  <a:txBody>
                    <a:bodyPr/>
                    <a:lstStyle/>
                    <a:p>
                      <a:pPr marL="0" marR="0" indent="0" algn="ctr" defTabSz="914400" rtl="0" eaLnBrk="1" fontAlgn="base" latinLnBrk="0" hangingPunct="1">
                        <a:lnSpc>
                          <a:spcPct val="100000"/>
                        </a:lnSpc>
                        <a:spcBef>
                          <a:spcPts val="0"/>
                        </a:spcBef>
                        <a:spcAft>
                          <a:spcPts val="0"/>
                        </a:spcAft>
                        <a:buClrTx/>
                        <a:buSzTx/>
                        <a:buFontTx/>
                        <a:buNone/>
                        <a:tabLst/>
                      </a:pPr>
                      <a:r>
                        <a:rPr lang="en-US" sz="1100" u="none" strike="noStrike" kern="1200" dirty="0">
                          <a:solidFill>
                            <a:schemeClr val="dk1"/>
                          </a:solidFill>
                          <a:effectLst/>
                          <a:latin typeface="Avenir Next LT Pro"/>
                          <a:ea typeface="+mn-ea"/>
                          <a:cs typeface="+mn-cs"/>
                          <a:sym typeface="Helvetica Light"/>
                        </a:rPr>
                        <a:t>Pen Testing</a:t>
                      </a:r>
                      <a:endParaRPr lang="en-US" sz="1100" b="1" u="none" strike="noStrike" kern="1200" dirty="0">
                        <a:solidFill>
                          <a:schemeClr val="dk1"/>
                        </a:solidFill>
                        <a:effectLst/>
                        <a:latin typeface="Avenir Next LT Pro"/>
                        <a:ea typeface="+mn-ea"/>
                        <a:cs typeface="+mn-cs"/>
                        <a:sym typeface="Helvetica Light"/>
                      </a:endParaRPr>
                    </a:p>
                  </a:txBody>
                  <a:tcPr marL="32377" marR="32377" marT="10117" marB="10117" anchor="ctr">
                    <a:solidFill>
                      <a:schemeClr val="bg1"/>
                    </a:solidFill>
                  </a:tcPr>
                </a:tc>
                <a:tc>
                  <a:txBody>
                    <a:bodyPr/>
                    <a:lstStyle/>
                    <a:p>
                      <a:pPr marL="0" algn="ctr" rtl="0" eaLnBrk="1" fontAlgn="base" latinLnBrk="0" hangingPunct="1"/>
                      <a:r>
                        <a:rPr lang="en-US" sz="1100" u="none" strike="noStrike" kern="1200" dirty="0">
                          <a:solidFill>
                            <a:schemeClr val="dk1"/>
                          </a:solidFill>
                          <a:effectLst/>
                          <a:latin typeface="Avenir Next LT Pro"/>
                          <a:ea typeface="+mn-ea"/>
                          <a:cs typeface="+mn-cs"/>
                        </a:rPr>
                        <a:t>N/A</a:t>
                      </a:r>
                      <a:endParaRPr lang="en-US" sz="1100" u="none" strike="noStrike" kern="1200" dirty="0">
                        <a:solidFill>
                          <a:schemeClr val="dk1"/>
                        </a:solidFill>
                        <a:effectLst/>
                        <a:latin typeface="Avenir Next LT Pro"/>
                        <a:ea typeface="+mn-ea"/>
                        <a:cs typeface="+mn-cs"/>
                        <a:sym typeface="Helvetica Light"/>
                      </a:endParaRPr>
                    </a:p>
                  </a:txBody>
                  <a:tcPr marL="32377" marR="32377" marT="10117" marB="10117" anchor="ctr">
                    <a:solidFill>
                      <a:schemeClr val="bg1"/>
                    </a:solidFill>
                  </a:tcPr>
                </a:tc>
                <a:tc>
                  <a:txBody>
                    <a:bodyPr/>
                    <a:lstStyle/>
                    <a:p>
                      <a:pPr marL="0" algn="l" rtl="0" eaLnBrk="1" fontAlgn="base" latinLnBrk="0" hangingPunct="1"/>
                      <a:r>
                        <a:rPr lang="en-US" sz="1100" u="none" strike="noStrike" kern="1200" dirty="0">
                          <a:solidFill>
                            <a:schemeClr val="dk1"/>
                          </a:solidFill>
                          <a:effectLst/>
                          <a:latin typeface="Avenir Next LT Pro"/>
                          <a:ea typeface="+mn-ea"/>
                          <a:cs typeface="+mn-cs"/>
                          <a:sym typeface="Helvetica Light"/>
                        </a:rPr>
                        <a:t>Manual and automated security penetration testing of the website.</a:t>
                      </a:r>
                    </a:p>
                  </a:txBody>
                  <a:tcPr marL="32377" marR="32377" marT="10117" marB="10117" anchor="ctr">
                    <a:solidFill>
                      <a:schemeClr val="bg1"/>
                    </a:solidFill>
                  </a:tcPr>
                </a:tc>
                <a:extLst>
                  <a:ext uri="{0D108BD9-81ED-4DB2-BD59-A6C34878D82A}">
                    <a16:rowId xmlns:a16="http://schemas.microsoft.com/office/drawing/2014/main" val="1724183503"/>
                  </a:ext>
                </a:extLst>
              </a:tr>
              <a:tr h="409374">
                <a:tc>
                  <a:txBody>
                    <a:bodyPr/>
                    <a:lstStyle/>
                    <a:p>
                      <a:pPr marL="0" marR="0" indent="0" algn="ctr" rtl="0" eaLnBrk="1" fontAlgn="base" latinLnBrk="0" hangingPunct="1">
                        <a:lnSpc>
                          <a:spcPct val="100000"/>
                        </a:lnSpc>
                        <a:spcBef>
                          <a:spcPts val="0"/>
                        </a:spcBef>
                        <a:spcAft>
                          <a:spcPts val="0"/>
                        </a:spcAft>
                        <a:buClrTx/>
                        <a:buSzTx/>
                        <a:buFontTx/>
                        <a:buNone/>
                      </a:pPr>
                      <a:r>
                        <a:rPr lang="en-US" sz="1100" u="none" strike="noStrike" kern="1200" dirty="0">
                          <a:solidFill>
                            <a:schemeClr val="dk1"/>
                          </a:solidFill>
                          <a:effectLst/>
                          <a:latin typeface="Avenir Next LT Pro"/>
                          <a:ea typeface="+mn-ea"/>
                          <a:cs typeface="+mn-cs"/>
                          <a:sym typeface="Helvetica Light"/>
                        </a:rPr>
                        <a:t>SAST</a:t>
                      </a:r>
                      <a:endParaRPr lang="en-US" sz="1100" b="0" i="0" u="none" strike="noStrike" kern="1200" noProof="0" dirty="0">
                        <a:effectLst/>
                      </a:endParaRPr>
                    </a:p>
                  </a:txBody>
                  <a:tcPr marL="32377" marR="32377" marT="10117" marB="10117" anchor="ctr">
                    <a:solidFill>
                      <a:schemeClr val="bg1">
                        <a:lumMod val="95000"/>
                      </a:schemeClr>
                    </a:solidFill>
                  </a:tcPr>
                </a:tc>
                <a:tc>
                  <a:txBody>
                    <a:bodyPr/>
                    <a:lstStyle/>
                    <a:p>
                      <a:pPr marL="0" algn="ctr" defTabSz="914400" rtl="0" eaLnBrk="1" fontAlgn="base" latinLnBrk="0" hangingPunct="1"/>
                      <a:r>
                        <a:rPr lang="en-US" sz="1100" u="none" strike="noStrike" kern="1200" dirty="0">
                          <a:solidFill>
                            <a:schemeClr val="dk1"/>
                          </a:solidFill>
                          <a:effectLst/>
                          <a:latin typeface="Avenir Next LT Pro"/>
                          <a:ea typeface="+mn-ea"/>
                          <a:cs typeface="+mn-cs"/>
                        </a:rPr>
                        <a:t>N/A</a:t>
                      </a:r>
                      <a:endParaRPr lang="en-US" sz="1100" u="none" strike="noStrike" kern="1200" dirty="0">
                        <a:solidFill>
                          <a:schemeClr val="dk1"/>
                        </a:solidFill>
                        <a:effectLst/>
                        <a:latin typeface="Avenir Next LT Pro"/>
                        <a:ea typeface="+mn-ea"/>
                        <a:cs typeface="+mn-cs"/>
                        <a:sym typeface="Helvetica Light"/>
                      </a:endParaRPr>
                    </a:p>
                  </a:txBody>
                  <a:tcPr marL="32377" marR="32377" marT="10117" marB="10117" anchor="ctr">
                    <a:solidFill>
                      <a:schemeClr val="bg1">
                        <a:lumMod val="95000"/>
                      </a:schemeClr>
                    </a:solidFill>
                  </a:tcPr>
                </a:tc>
                <a:tc>
                  <a:txBody>
                    <a:bodyPr/>
                    <a:lstStyle/>
                    <a:p>
                      <a:pPr marL="0" algn="l" defTabSz="914400" rtl="0" eaLnBrk="1" fontAlgn="base" latinLnBrk="0" hangingPunct="1"/>
                      <a:r>
                        <a:rPr lang="en-US" sz="1100" u="none" strike="noStrike" kern="1200" dirty="0">
                          <a:solidFill>
                            <a:schemeClr val="dk1"/>
                          </a:solidFill>
                          <a:effectLst/>
                          <a:latin typeface="Avenir Next LT Pro"/>
                          <a:ea typeface="+mn-ea"/>
                          <a:cs typeface="+mn-cs"/>
                          <a:sym typeface="Helvetica Light"/>
                        </a:rPr>
                        <a:t>A static security scan of the website source code.</a:t>
                      </a:r>
                    </a:p>
                  </a:txBody>
                  <a:tcPr marL="32377" marR="32377" marT="10117" marB="10117" anchor="ctr">
                    <a:solidFill>
                      <a:schemeClr val="bg1">
                        <a:lumMod val="95000"/>
                      </a:schemeClr>
                    </a:solidFill>
                  </a:tcPr>
                </a:tc>
                <a:extLst>
                  <a:ext uri="{0D108BD9-81ED-4DB2-BD59-A6C34878D82A}">
                    <a16:rowId xmlns:a16="http://schemas.microsoft.com/office/drawing/2014/main" val="3804859568"/>
                  </a:ext>
                </a:extLst>
              </a:tr>
              <a:tr h="355953">
                <a:tc>
                  <a:txBody>
                    <a:bodyPr/>
                    <a:lstStyle/>
                    <a:p>
                      <a:pPr marL="0" lvl="0" algn="ctr" rtl="0">
                        <a:buNone/>
                      </a:pPr>
                      <a:r>
                        <a:rPr lang="en-US" sz="1100" u="none" strike="noStrike" kern="1200" dirty="0">
                          <a:solidFill>
                            <a:schemeClr val="dk1"/>
                          </a:solidFill>
                          <a:effectLst/>
                          <a:latin typeface="Avenir Next LT Pro"/>
                          <a:ea typeface="+mn-ea"/>
                          <a:cs typeface="+mn-cs"/>
                        </a:rPr>
                        <a:t>DAST</a:t>
                      </a:r>
                      <a:endParaRPr lang="en-US" dirty="0">
                        <a:latin typeface="Avenir Next LT Pro" panose="020B0504020202020204" pitchFamily="34" charset="0"/>
                      </a:endParaRPr>
                    </a:p>
                  </a:txBody>
                  <a:tcPr marL="32376" marR="32376" marT="10117" marB="10117" anchor="ctr">
                    <a:solidFill>
                      <a:schemeClr val="bg1"/>
                    </a:solidFill>
                  </a:tcPr>
                </a:tc>
                <a:tc>
                  <a:txBody>
                    <a:bodyPr/>
                    <a:lstStyle/>
                    <a:p>
                      <a:pPr marL="0" lvl="0" algn="ctr">
                        <a:buNone/>
                      </a:pPr>
                      <a:r>
                        <a:rPr lang="en-US" sz="1100" u="none" strike="noStrike" kern="1200" dirty="0">
                          <a:solidFill>
                            <a:schemeClr val="dk1"/>
                          </a:solidFill>
                          <a:effectLst/>
                          <a:latin typeface="Avenir Next LT Pro"/>
                          <a:ea typeface="+mn-ea"/>
                          <a:cs typeface="+mn-cs"/>
                        </a:rPr>
                        <a:t>N/A</a:t>
                      </a:r>
                      <a:endParaRPr lang="en-US" sz="1100" u="none" strike="noStrike" kern="1200" noProof="0" dirty="0">
                        <a:solidFill>
                          <a:schemeClr val="dk1"/>
                        </a:solidFill>
                        <a:effectLst/>
                        <a:latin typeface="Avenir Next LT Pro"/>
                        <a:ea typeface="+mn-ea"/>
                        <a:cs typeface="+mn-cs"/>
                      </a:endParaRPr>
                    </a:p>
                  </a:txBody>
                  <a:tcPr marL="32376" marR="32376" marT="10117" marB="10117" anchor="ctr">
                    <a:solidFill>
                      <a:schemeClr val="bg1"/>
                    </a:solidFill>
                  </a:tcPr>
                </a:tc>
                <a:tc>
                  <a:txBody>
                    <a:bodyPr/>
                    <a:lstStyle/>
                    <a:p>
                      <a:pPr marL="0" algn="l" defTabSz="914400" rtl="0" eaLnBrk="1" fontAlgn="base" latinLnBrk="0" hangingPunct="1"/>
                      <a:r>
                        <a:rPr lang="en-US" sz="1100" u="none" strike="noStrike" kern="1200" dirty="0">
                          <a:solidFill>
                            <a:schemeClr val="dk1"/>
                          </a:solidFill>
                          <a:effectLst/>
                          <a:latin typeface="Avenir Next LT Pro"/>
                          <a:ea typeface="+mn-ea"/>
                          <a:cs typeface="+mn-cs"/>
                          <a:sym typeface="Helvetica Light"/>
                        </a:rPr>
                        <a:t>A dynamic security scan of the website with a series of known attacks.</a:t>
                      </a:r>
                    </a:p>
                  </a:txBody>
                  <a:tcPr marL="32376" marR="32376" marT="10117" marB="10117" anchor="ctr">
                    <a:solidFill>
                      <a:schemeClr val="bg1"/>
                    </a:solidFill>
                  </a:tcPr>
                </a:tc>
                <a:extLst>
                  <a:ext uri="{0D108BD9-81ED-4DB2-BD59-A6C34878D82A}">
                    <a16:rowId xmlns:a16="http://schemas.microsoft.com/office/drawing/2014/main" val="49496482"/>
                  </a:ext>
                </a:extLst>
              </a:tr>
              <a:tr h="263853">
                <a:tc>
                  <a:txBody>
                    <a:bodyPr/>
                    <a:lstStyle/>
                    <a:p>
                      <a:pPr marL="0" lvl="0" algn="ctr">
                        <a:buNone/>
                      </a:pPr>
                      <a:r>
                        <a:rPr lang="en-US" sz="1100" u="none" strike="noStrike" kern="1200" noProof="0" dirty="0">
                          <a:solidFill>
                            <a:schemeClr val="dk1"/>
                          </a:solidFill>
                          <a:effectLst/>
                          <a:latin typeface="Avenir Next LT Pro"/>
                          <a:ea typeface="+mn-ea"/>
                          <a:cs typeface="+mn-cs"/>
                        </a:rPr>
                        <a:t>Boundary/Exploratory Testing</a:t>
                      </a:r>
                      <a:endParaRPr lang="en-US" sz="1100" u="none" strike="noStrike" kern="1200" dirty="0">
                        <a:solidFill>
                          <a:schemeClr val="dk1"/>
                        </a:solidFill>
                        <a:effectLst/>
                        <a:latin typeface="Avenir Next LT Pro"/>
                        <a:ea typeface="+mn-ea"/>
                        <a:cs typeface="+mn-cs"/>
                      </a:endParaRPr>
                    </a:p>
                  </a:txBody>
                  <a:tcPr marL="32375" marR="32375" marT="10117" marB="10117" anchor="ctr">
                    <a:solidFill>
                      <a:schemeClr val="bg1">
                        <a:lumMod val="95000"/>
                      </a:schemeClr>
                    </a:solidFill>
                  </a:tcPr>
                </a:tc>
                <a:tc>
                  <a:txBody>
                    <a:bodyPr/>
                    <a:lstStyle/>
                    <a:p>
                      <a:pPr marL="0" lvl="0" algn="ctr">
                        <a:buNone/>
                      </a:pPr>
                      <a:r>
                        <a:rPr lang="en-US" sz="1100" u="none" strike="noStrike" kern="1200" dirty="0">
                          <a:solidFill>
                            <a:schemeClr val="dk1"/>
                          </a:solidFill>
                          <a:effectLst/>
                          <a:latin typeface="Avenir Next LT Pro"/>
                          <a:ea typeface="+mn-ea"/>
                          <a:cs typeface="+mn-cs"/>
                        </a:rPr>
                        <a:t>N/A</a:t>
                      </a:r>
                    </a:p>
                  </a:txBody>
                  <a:tcPr marL="32375" marR="32375" marT="10117" marB="10117" anchor="ctr">
                    <a:solidFill>
                      <a:schemeClr val="bg1">
                        <a:lumMod val="95000"/>
                      </a:schemeClr>
                    </a:solidFill>
                  </a:tcPr>
                </a:tc>
                <a:tc>
                  <a:txBody>
                    <a:bodyPr/>
                    <a:lstStyle/>
                    <a:p>
                      <a:pPr marL="0" lvl="0" algn="l">
                        <a:buNone/>
                      </a:pPr>
                      <a:r>
                        <a:rPr lang="en-US" sz="1100" u="none" strike="noStrike" kern="1200" noProof="0" dirty="0">
                          <a:solidFill>
                            <a:schemeClr val="dk1"/>
                          </a:solidFill>
                          <a:effectLst/>
                          <a:latin typeface="Avenir Next LT Pro"/>
                          <a:ea typeface="+mn-ea"/>
                          <a:cs typeface="+mn-cs"/>
                        </a:rPr>
                        <a:t>Exploratory testing focused on testing use cases not described in requirements.</a:t>
                      </a:r>
                      <a:endParaRPr lang="en-US" sz="1100" u="none" strike="noStrike" kern="1200" dirty="0">
                        <a:solidFill>
                          <a:schemeClr val="dk1"/>
                        </a:solidFill>
                        <a:effectLst/>
                        <a:latin typeface="Avenir Next LT Pro"/>
                        <a:ea typeface="+mn-ea"/>
                        <a:cs typeface="+mn-cs"/>
                      </a:endParaRPr>
                    </a:p>
                  </a:txBody>
                  <a:tcPr marL="32375" marR="32375" marT="10117" marB="10117" anchor="ctr">
                    <a:solidFill>
                      <a:schemeClr val="bg1">
                        <a:lumMod val="95000"/>
                      </a:schemeClr>
                    </a:solidFill>
                  </a:tcPr>
                </a:tc>
                <a:extLst>
                  <a:ext uri="{0D108BD9-81ED-4DB2-BD59-A6C34878D82A}">
                    <a16:rowId xmlns:a16="http://schemas.microsoft.com/office/drawing/2014/main" val="1548061916"/>
                  </a:ext>
                </a:extLst>
              </a:tr>
              <a:tr h="284234">
                <a:tc>
                  <a:txBody>
                    <a:bodyPr/>
                    <a:lstStyle/>
                    <a:p>
                      <a:pPr marL="0" lvl="0" algn="ctr">
                        <a:buNone/>
                      </a:pPr>
                      <a:r>
                        <a:rPr lang="en-US" sz="1100" u="none" strike="noStrike" kern="1200" noProof="0" dirty="0">
                          <a:solidFill>
                            <a:schemeClr val="dk1"/>
                          </a:solidFill>
                          <a:effectLst/>
                          <a:latin typeface="Avenir Next LT Pro"/>
                          <a:ea typeface="+mn-ea"/>
                          <a:cs typeface="+mn-cs"/>
                        </a:rPr>
                        <a:t>Stress Testing</a:t>
                      </a:r>
                      <a:endParaRPr lang="en-US" sz="1100" u="none" strike="noStrike" kern="1200" dirty="0">
                        <a:solidFill>
                          <a:schemeClr val="dk1"/>
                        </a:solidFill>
                        <a:effectLst/>
                        <a:latin typeface="Avenir Next LT Pro"/>
                        <a:ea typeface="+mn-ea"/>
                        <a:cs typeface="+mn-cs"/>
                      </a:endParaRPr>
                    </a:p>
                  </a:txBody>
                  <a:tcPr marL="32375" marR="32375" marT="10117" marB="10117" anchor="ctr">
                    <a:lnB w="12700" cap="flat" cmpd="sng" algn="ctr">
                      <a:solidFill>
                        <a:schemeClr val="tx1"/>
                      </a:solidFill>
                      <a:prstDash val="solid"/>
                      <a:round/>
                      <a:headEnd type="none" w="med" len="med"/>
                      <a:tailEnd type="none" w="med" len="med"/>
                    </a:lnB>
                    <a:solidFill>
                      <a:schemeClr val="bg1"/>
                    </a:solidFill>
                  </a:tcPr>
                </a:tc>
                <a:tc>
                  <a:txBody>
                    <a:bodyPr/>
                    <a:lstStyle/>
                    <a:p>
                      <a:pPr marL="0" lvl="0" algn="ctr">
                        <a:buNone/>
                      </a:pPr>
                      <a:r>
                        <a:rPr lang="en-US" sz="1100" u="none" strike="noStrike" kern="1200" dirty="0">
                          <a:solidFill>
                            <a:schemeClr val="dk1"/>
                          </a:solidFill>
                          <a:effectLst/>
                          <a:latin typeface="Avenir Next LT Pro"/>
                          <a:ea typeface="+mn-ea"/>
                          <a:cs typeface="+mn-cs"/>
                        </a:rPr>
                        <a:t>N/A</a:t>
                      </a:r>
                      <a:endParaRPr lang="en-US" sz="1100" b="1" u="none" strike="noStrike" kern="1200" dirty="0">
                        <a:solidFill>
                          <a:schemeClr val="dk1"/>
                        </a:solidFill>
                        <a:effectLst/>
                        <a:latin typeface="Avenir Next LT Pro"/>
                        <a:ea typeface="+mn-ea"/>
                        <a:cs typeface="+mn-cs"/>
                      </a:endParaRPr>
                    </a:p>
                  </a:txBody>
                  <a:tcPr marL="32375" marR="32375" marT="10117" marB="10117" anchor="ctr">
                    <a:lnB w="12700" cap="flat" cmpd="sng" algn="ctr">
                      <a:solidFill>
                        <a:schemeClr val="tx1"/>
                      </a:solidFill>
                      <a:prstDash val="solid"/>
                      <a:round/>
                      <a:headEnd type="none" w="med" len="med"/>
                      <a:tailEnd type="none" w="med" len="med"/>
                    </a:lnB>
                    <a:solidFill>
                      <a:schemeClr val="bg1"/>
                    </a:solidFill>
                  </a:tcPr>
                </a:tc>
                <a:tc>
                  <a:txBody>
                    <a:bodyPr/>
                    <a:lstStyle/>
                    <a:p>
                      <a:pPr marL="0" lvl="0" algn="l">
                        <a:buNone/>
                      </a:pPr>
                      <a:r>
                        <a:rPr lang="en-US" sz="1100" u="none" strike="noStrike" kern="1200" noProof="0" dirty="0">
                          <a:solidFill>
                            <a:schemeClr val="dk1"/>
                          </a:solidFill>
                          <a:effectLst/>
                          <a:latin typeface="Avenir Next LT Pro"/>
                          <a:ea typeface="+mn-ea"/>
                          <a:cs typeface="+mn-cs"/>
                        </a:rPr>
                        <a:t>Finds a maximum load that the website is capable of supporting.</a:t>
                      </a:r>
                      <a:endParaRPr lang="en-US" sz="1100" u="none" strike="noStrike" kern="1200" dirty="0">
                        <a:solidFill>
                          <a:schemeClr val="dk1"/>
                        </a:solidFill>
                        <a:effectLst/>
                        <a:latin typeface="Avenir Next LT Pro"/>
                        <a:ea typeface="+mn-ea"/>
                        <a:cs typeface="+mn-cs"/>
                      </a:endParaRPr>
                    </a:p>
                  </a:txBody>
                  <a:tcPr marL="32375" marR="32375" marT="10117" marB="10117"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6470839"/>
                  </a:ext>
                </a:extLst>
              </a:tr>
            </a:tbl>
          </a:graphicData>
        </a:graphic>
      </p:graphicFrame>
      <p:sp>
        <p:nvSpPr>
          <p:cNvPr id="5" name="Title 5">
            <a:extLst>
              <a:ext uri="{FF2B5EF4-FFF2-40B4-BE49-F238E27FC236}">
                <a16:creationId xmlns:a16="http://schemas.microsoft.com/office/drawing/2014/main" id="{83160A58-2191-B236-AAFA-77CA967CA680}"/>
              </a:ext>
            </a:extLst>
          </p:cNvPr>
          <p:cNvSpPr>
            <a:spLocks noGrp="1"/>
          </p:cNvSpPr>
          <p:nvPr/>
        </p:nvSpPr>
        <p:spPr>
          <a:xfrm>
            <a:off x="449732" y="274434"/>
            <a:ext cx="11737975" cy="7240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1" kern="1200">
                <a:solidFill>
                  <a:schemeClr val="tx1"/>
                </a:solidFill>
                <a:latin typeface="Avenir Next LT Pro" panose="020B0504020202020204" pitchFamily="34" charset="77"/>
                <a:ea typeface="+mj-ea"/>
                <a:cs typeface="+mj-cs"/>
              </a:defRPr>
            </a:lvl1pPr>
          </a:lstStyle>
          <a:p>
            <a:r>
              <a:rPr lang="en-US" sz="2400" dirty="0">
                <a:latin typeface="Avenir Next LT Pro"/>
              </a:rPr>
              <a:t>We will ensure that the migration meets your quality standards</a:t>
            </a:r>
          </a:p>
        </p:txBody>
      </p:sp>
      <p:pic>
        <p:nvPicPr>
          <p:cNvPr id="6" name="Picture 5" descr="A black and white logo&#10;&#10;Description automatically generated">
            <a:extLst>
              <a:ext uri="{FF2B5EF4-FFF2-40B4-BE49-F238E27FC236}">
                <a16:creationId xmlns:a16="http://schemas.microsoft.com/office/drawing/2014/main" id="{20CA9DB6-7795-C431-60C0-9381A3E98C80}"/>
              </a:ext>
            </a:extLst>
          </p:cNvPr>
          <p:cNvPicPr>
            <a:picLocks noChangeAspect="1"/>
          </p:cNvPicPr>
          <p:nvPr/>
        </p:nvPicPr>
        <p:blipFill>
          <a:blip r:embed="rId2"/>
          <a:stretch>
            <a:fillRect/>
          </a:stretch>
        </p:blipFill>
        <p:spPr>
          <a:xfrm>
            <a:off x="270115" y="6444000"/>
            <a:ext cx="826134" cy="212434"/>
          </a:xfrm>
          <a:prstGeom prst="rect">
            <a:avLst/>
          </a:prstGeom>
        </p:spPr>
      </p:pic>
    </p:spTree>
    <p:extLst>
      <p:ext uri="{BB962C8B-B14F-4D97-AF65-F5344CB8AC3E}">
        <p14:creationId xmlns:p14="http://schemas.microsoft.com/office/powerpoint/2010/main" val="1321363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B139C2-955C-4512-9ECE-1474CA57B246}"/>
              </a:ext>
            </a:extLst>
          </p:cNvPr>
          <p:cNvGrpSpPr/>
          <p:nvPr/>
        </p:nvGrpSpPr>
        <p:grpSpPr>
          <a:xfrm>
            <a:off x="634686" y="1184584"/>
            <a:ext cx="10841034" cy="3056879"/>
            <a:chOff x="1336108" y="2068126"/>
            <a:chExt cx="9557884" cy="3068001"/>
          </a:xfrm>
        </p:grpSpPr>
        <p:sp>
          <p:nvSpPr>
            <p:cNvPr id="12" name="Rectangle 11">
              <a:extLst>
                <a:ext uri="{FF2B5EF4-FFF2-40B4-BE49-F238E27FC236}">
                  <a16:creationId xmlns:a16="http://schemas.microsoft.com/office/drawing/2014/main" id="{74BBBB78-16A1-4306-AB05-4F41EA6C40A4}"/>
                </a:ext>
              </a:extLst>
            </p:cNvPr>
            <p:cNvSpPr/>
            <p:nvPr/>
          </p:nvSpPr>
          <p:spPr>
            <a:xfrm>
              <a:off x="1336108" y="2068127"/>
              <a:ext cx="4819196" cy="3068000"/>
            </a:xfrm>
            <a:prstGeom prst="rect">
              <a:avLst/>
            </a:prstGeom>
            <a:solidFill>
              <a:srgbClr val="53832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74320" rIns="182880" bIns="45720" rtlCol="0" anchor="t"/>
            <a:lstStyle/>
            <a:p>
              <a:pPr marR="0" lvl="0" algn="l" defTabSz="914400" rtl="0" eaLnBrk="1" fontAlgn="auto" latinLnBrk="0" hangingPunct="1">
                <a:lnSpc>
                  <a:spcPct val="100000"/>
                </a:lnSpc>
                <a:spcBef>
                  <a:spcPts val="600"/>
                </a:spcBef>
                <a:spcAft>
                  <a:spcPts val="0"/>
                </a:spcAft>
                <a:buClrTx/>
                <a:buSzTx/>
                <a:tabLst/>
                <a:defRPr/>
              </a:pPr>
              <a:r>
                <a:rPr kumimoji="0" lang="en-US" sz="2400" b="1" i="0" u="none" strike="noStrike" kern="1200" cap="none" spc="0" normalizeH="0" baseline="0" noProof="0" dirty="0">
                  <a:ln>
                    <a:noFill/>
                  </a:ln>
                  <a:solidFill>
                    <a:schemeClr val="bg1"/>
                  </a:solidFill>
                  <a:effectLst/>
                  <a:uLnTx/>
                  <a:uFillTx/>
                  <a:latin typeface="Avenir Next LT Pro"/>
                </a:rPr>
                <a:t>Marketers &amp; Content Authors</a:t>
              </a:r>
              <a:endParaRPr lang="en-US" sz="2400" b="1" i="0" u="none" strike="noStrike" kern="1200" cap="none" spc="0" normalizeH="0" baseline="0" noProof="0" dirty="0">
                <a:ln>
                  <a:noFill/>
                </a:ln>
                <a:solidFill>
                  <a:schemeClr val="bg1"/>
                </a:solidFill>
                <a:effectLst/>
                <a:uLnTx/>
                <a:uFillTx/>
                <a:latin typeface="Avenir Next LT Pro"/>
              </a:endParaRPr>
            </a:p>
            <a:p>
              <a:pPr marL="171450" indent="-171450">
                <a:spcBef>
                  <a:spcPts val="600"/>
                </a:spcBef>
                <a:spcAft>
                  <a:spcPts val="600"/>
                </a:spcAft>
                <a:buSzPct val="80000"/>
                <a:buFont typeface="Arial" panose="020B0604020202020204" pitchFamily="34" charset="0"/>
                <a:buChar char="•"/>
                <a:defRPr/>
              </a:pPr>
              <a:r>
                <a:rPr lang="en-US" sz="1400" dirty="0">
                  <a:solidFill>
                    <a:schemeClr val="bg1"/>
                  </a:solidFill>
                  <a:latin typeface="Avenir Next LT Pro"/>
                </a:rPr>
                <a:t>A solution-based content authoring training</a:t>
              </a:r>
            </a:p>
            <a:p>
              <a:pPr marL="171450" indent="-171450">
                <a:spcBef>
                  <a:spcPts val="600"/>
                </a:spcBef>
                <a:spcAft>
                  <a:spcPts val="600"/>
                </a:spcAft>
                <a:buSzPct val="80000"/>
                <a:buFont typeface="Arial" panose="020B0604020202020204" pitchFamily="34" charset="0"/>
                <a:buChar char="•"/>
                <a:defRPr/>
              </a:pPr>
              <a:r>
                <a:rPr lang="en-US" sz="1400" dirty="0">
                  <a:solidFill>
                    <a:schemeClr val="bg1"/>
                  </a:solidFill>
                  <a:latin typeface="Avenir Next LT Pro"/>
                </a:rPr>
                <a:t>Additional documentation, videos, and other resources for in-depth learning of Sitecore XM Cloud</a:t>
              </a:r>
            </a:p>
            <a:p>
              <a:pPr marL="171450" indent="-171450">
                <a:spcBef>
                  <a:spcPts val="600"/>
                </a:spcBef>
                <a:spcAft>
                  <a:spcPts val="600"/>
                </a:spcAft>
                <a:buSzPct val="80000"/>
                <a:buFont typeface="Arial" panose="020B0604020202020204" pitchFamily="34" charset="0"/>
                <a:buChar char="•"/>
                <a:defRPr/>
              </a:pPr>
              <a:r>
                <a:rPr lang="en-US" sz="1400" dirty="0">
                  <a:solidFill>
                    <a:schemeClr val="bg1"/>
                  </a:solidFill>
                  <a:latin typeface="Avenir Next LT Pro"/>
                </a:rPr>
                <a:t>A two-week post-release hyper-support for the teams for newly developed components</a:t>
              </a:r>
            </a:p>
            <a:p>
              <a:pPr marL="171450" indent="-171450">
                <a:spcBef>
                  <a:spcPts val="600"/>
                </a:spcBef>
                <a:spcAft>
                  <a:spcPts val="600"/>
                </a:spcAft>
                <a:buSzPct val="80000"/>
                <a:buFont typeface="Arial" panose="020B0604020202020204" pitchFamily="34" charset="0"/>
                <a:buChar char="•"/>
                <a:defRPr/>
              </a:pPr>
              <a:endParaRPr lang="en-US" sz="1400" dirty="0">
                <a:solidFill>
                  <a:schemeClr val="bg1"/>
                </a:solidFill>
                <a:latin typeface="Avenir Next LT Pro" panose="020B0504020202020204" pitchFamily="34" charset="77"/>
              </a:endParaRPr>
            </a:p>
            <a:p>
              <a:pPr marR="0" lvl="0" algn="l" defTabSz="914400" rtl="0" eaLnBrk="1" fontAlgn="auto" latinLnBrk="0" hangingPunct="1">
                <a:lnSpc>
                  <a:spcPct val="100000"/>
                </a:lnSpc>
                <a:spcBef>
                  <a:spcPts val="600"/>
                </a:spcBef>
                <a:spcAft>
                  <a:spcPts val="0"/>
                </a:spcAft>
                <a:buClrTx/>
                <a:buSzPct val="80000"/>
                <a:tabLst/>
                <a:defRPr/>
              </a:pPr>
              <a:endParaRPr kumimoji="0" lang="en-US" sz="1300" b="0" i="0" u="none" strike="noStrike" kern="1200" cap="none" spc="0" normalizeH="0" baseline="0" noProof="0" dirty="0">
                <a:ln>
                  <a:noFill/>
                </a:ln>
                <a:solidFill>
                  <a:schemeClr val="bg1"/>
                </a:solidFill>
                <a:effectLst/>
                <a:uLnTx/>
                <a:uFillTx/>
                <a:latin typeface="Avenir Next LT Pro" panose="020B0504020202020204" pitchFamily="34" charset="77"/>
                <a:ea typeface="+mn-ea"/>
                <a:cs typeface="+mn-cs"/>
              </a:endParaRPr>
            </a:p>
          </p:txBody>
        </p:sp>
        <p:sp>
          <p:nvSpPr>
            <p:cNvPr id="17" name="Rectangle 16">
              <a:extLst>
                <a:ext uri="{FF2B5EF4-FFF2-40B4-BE49-F238E27FC236}">
                  <a16:creationId xmlns:a16="http://schemas.microsoft.com/office/drawing/2014/main" id="{8BC920D7-29C6-804A-9800-B98F4B23B1F6}"/>
                </a:ext>
              </a:extLst>
            </p:cNvPr>
            <p:cNvSpPr/>
            <p:nvPr/>
          </p:nvSpPr>
          <p:spPr>
            <a:xfrm>
              <a:off x="6155304" y="2068126"/>
              <a:ext cx="4738688" cy="306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45720" rtlCol="0" anchor="t"/>
            <a:lstStyle/>
            <a:p>
              <a:pPr marR="0" lvl="0" indent="0" algn="l"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venir Next LT Pro" panose="020B0504020202020204" pitchFamily="34" charset="77"/>
                </a:rPr>
                <a:t>Technologists</a:t>
              </a:r>
            </a:p>
            <a:p>
              <a:pPr marL="171450" indent="-171450">
                <a:spcBef>
                  <a:spcPts val="600"/>
                </a:spcBef>
                <a:spcAft>
                  <a:spcPts val="600"/>
                </a:spcAft>
                <a:buSzPct val="80000"/>
                <a:buFont typeface="Arial" panose="020B0604020202020204" pitchFamily="34" charset="0"/>
                <a:buChar char="•"/>
                <a:defRPr/>
              </a:pPr>
              <a:r>
                <a:rPr lang="en-US" sz="1400" dirty="0">
                  <a:solidFill>
                    <a:srgbClr val="000000"/>
                  </a:solidFill>
                  <a:latin typeface="Avenir Next LT Pro"/>
                </a:rPr>
                <a:t>A technical handoff session.</a:t>
              </a:r>
            </a:p>
            <a:p>
              <a:pPr marL="171450" marR="0" lvl="0" indent="-171450" fontAlgn="auto">
                <a:lnSpc>
                  <a:spcPct val="100000"/>
                </a:lnSpc>
                <a:spcBef>
                  <a:spcPts val="600"/>
                </a:spcBef>
                <a:spcAft>
                  <a:spcPts val="600"/>
                </a:spcAft>
                <a:buClrTx/>
                <a:buSzPct val="80000"/>
                <a:buFont typeface="Arial" panose="020B0604020202020204" pitchFamily="34" charset="0"/>
                <a:buChar char="•"/>
                <a:tabLst/>
                <a:defRPr/>
              </a:pPr>
              <a:r>
                <a:rPr lang="en-US" sz="1400" dirty="0">
                  <a:solidFill>
                    <a:srgbClr val="000000"/>
                  </a:solidFill>
                  <a:latin typeface="Avenir Next LT Pro"/>
                </a:rPr>
                <a:t>Technical design documentation.</a:t>
              </a:r>
            </a:p>
            <a:p>
              <a:pPr marL="171450" marR="0" lvl="0" indent="-171450" fontAlgn="auto">
                <a:lnSpc>
                  <a:spcPct val="100000"/>
                </a:lnSpc>
                <a:spcBef>
                  <a:spcPts val="600"/>
                </a:spcBef>
                <a:spcAft>
                  <a:spcPts val="600"/>
                </a:spcAft>
                <a:buClrTx/>
                <a:buSzPct val="80000"/>
                <a:buFont typeface="Arial" panose="020B0604020202020204" pitchFamily="34" charset="0"/>
                <a:buChar char="•"/>
                <a:tabLst/>
                <a:defRPr/>
              </a:pPr>
              <a:r>
                <a:rPr lang="en-US" sz="1400" dirty="0">
                  <a:solidFill>
                    <a:srgbClr val="000000"/>
                  </a:solidFill>
                  <a:latin typeface="Avenir Next LT Pro"/>
                </a:rPr>
                <a:t>A two-week post-release hyper-support for the internal technology teams </a:t>
              </a:r>
            </a:p>
            <a:p>
              <a:pPr marL="285750" marR="0" lvl="0" indent="-285750" algn="l" defTabSz="914400" rtl="0" eaLnBrk="1" fontAlgn="auto" latinLnBrk="0" hangingPunct="1">
                <a:lnSpc>
                  <a:spcPct val="100000"/>
                </a:lnSpc>
                <a:spcBef>
                  <a:spcPts val="600"/>
                </a:spcBef>
                <a:spcAft>
                  <a:spcPts val="0"/>
                </a:spcAft>
                <a:buClrTx/>
                <a:buSzPct val="80000"/>
                <a:buFont typeface="Arial" panose="020B0604020202020204" pitchFamily="34" charset="0"/>
                <a:buChar char="•"/>
                <a:tabLst/>
                <a:defRPr/>
              </a:pPr>
              <a:endParaRPr kumimoji="0" lang="en-US" sz="1300" b="0" i="0" u="none" strike="noStrike" kern="1200" cap="none" spc="0" normalizeH="0" baseline="0" noProof="0" dirty="0">
                <a:ln>
                  <a:noFill/>
                </a:ln>
                <a:solidFill>
                  <a:prstClr val="black"/>
                </a:solidFill>
                <a:effectLst/>
                <a:uLnTx/>
                <a:uFillTx/>
                <a:latin typeface="Avenir Next LT Pro" panose="020B0504020202020204" pitchFamily="34" charset="77"/>
                <a:ea typeface="+mn-ea"/>
                <a:cs typeface="+mn-cs"/>
              </a:endParaRPr>
            </a:p>
          </p:txBody>
        </p:sp>
      </p:grpSp>
      <p:sp>
        <p:nvSpPr>
          <p:cNvPr id="18" name="Slide Number Placeholder 1">
            <a:extLst>
              <a:ext uri="{FF2B5EF4-FFF2-40B4-BE49-F238E27FC236}">
                <a16:creationId xmlns:a16="http://schemas.microsoft.com/office/drawing/2014/main" id="{8FB0C445-4933-4033-A366-1385B272C277}"/>
              </a:ext>
            </a:extLst>
          </p:cNvPr>
          <p:cNvSpPr txBox="1">
            <a:spLocks/>
          </p:cNvSpPr>
          <p:nvPr/>
        </p:nvSpPr>
        <p:spPr>
          <a:xfrm>
            <a:off x="11475720" y="6419884"/>
            <a:ext cx="514670" cy="249911"/>
          </a:xfrm>
          <a:prstGeom prst="rect">
            <a:avLst/>
          </a:prstGeom>
        </p:spPr>
        <p:txBody>
          <a:bodyPr vert="horz" lIns="91440" tIns="45720" rIns="91440" bIns="45720" rtlCol="0" anchor="ctr"/>
          <a:lstStyle>
            <a:defPPr>
              <a:defRPr lang="en-GB"/>
            </a:defPPr>
            <a:lvl1pPr algn="r">
              <a:defRPr sz="900" b="1" i="0">
                <a:solidFill>
                  <a:srgbClr val="2E2E2E"/>
                </a:solidFill>
                <a:latin typeface="Avenir Next LT Pro" panose="020B0504020202020204" pitchFamily="34" charset="77"/>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AA9A6D5-6075-4912-8295-34659A3829C4}" type="slidenum">
              <a:rPr lang="en-US">
                <a:solidFill>
                  <a:schemeClr val="tx1"/>
                </a:solidFill>
                <a:latin typeface="Avenir Next LT Pro" panose="020B0504020202020204" pitchFamily="34" charset="0"/>
              </a:rPr>
              <a:pPr/>
              <a:t>13</a:t>
            </a:fld>
            <a:endParaRPr lang="en-US">
              <a:solidFill>
                <a:schemeClr val="tx1"/>
              </a:solidFill>
              <a:latin typeface="Avenir Next LT Pro" panose="020B0504020202020204" pitchFamily="34" charset="0"/>
            </a:endParaRPr>
          </a:p>
        </p:txBody>
      </p:sp>
      <p:sp>
        <p:nvSpPr>
          <p:cNvPr id="15" name="Rectangle 14">
            <a:extLst>
              <a:ext uri="{FF2B5EF4-FFF2-40B4-BE49-F238E27FC236}">
                <a16:creationId xmlns:a16="http://schemas.microsoft.com/office/drawing/2014/main" id="{F1D37CCD-6D8A-4A1F-CDB4-6E8034181222}"/>
              </a:ext>
            </a:extLst>
          </p:cNvPr>
          <p:cNvSpPr/>
          <p:nvPr/>
        </p:nvSpPr>
        <p:spPr>
          <a:xfrm>
            <a:off x="634685" y="4242104"/>
            <a:ext cx="10841035" cy="1268626"/>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45720" rtlCol="0" anchor="t"/>
          <a:lstStyle/>
          <a:p>
            <a:pPr marR="0" lvl="0" algn="l" defTabSz="914400" rtl="0" eaLnBrk="1" fontAlgn="auto" latinLnBrk="0" hangingPunct="1">
              <a:lnSpc>
                <a:spcPct val="100000"/>
              </a:lnSpc>
              <a:spcBef>
                <a:spcPts val="600"/>
              </a:spcBef>
              <a:spcAft>
                <a:spcPts val="0"/>
              </a:spcAft>
              <a:buClrTx/>
              <a:buSzTx/>
              <a:buFontTx/>
              <a:buNone/>
              <a:tabLst/>
              <a:defRPr/>
            </a:pPr>
            <a:r>
              <a:rPr kumimoji="0" lang="en-US" sz="2400" b="1" i="0" u="none" strike="noStrike" kern="1200" cap="none" spc="0" normalizeH="0" baseline="0" noProof="0" dirty="0">
                <a:ln>
                  <a:noFill/>
                </a:ln>
                <a:solidFill>
                  <a:schemeClr val="tx1"/>
                </a:solidFill>
                <a:effectLst/>
                <a:uLnTx/>
                <a:uFillTx/>
                <a:latin typeface="Avenir Next LT Pro"/>
              </a:rPr>
              <a:t>Change Management</a:t>
            </a:r>
          </a:p>
          <a:p>
            <a:pPr>
              <a:spcBef>
                <a:spcPts val="600"/>
              </a:spcBef>
              <a:buSzPct val="80000"/>
              <a:defRPr/>
            </a:pPr>
            <a:r>
              <a:rPr lang="en-US" sz="1400" dirty="0">
                <a:solidFill>
                  <a:srgbClr val="000000"/>
                </a:solidFill>
                <a:latin typeface="Avenir Next LT Pro"/>
              </a:rPr>
              <a:t>We will assist internal stakeholders updating internal processes and existing workflows based on the improved way or working with Sitecore XM Cloud to ensure a successful start upon launch. </a:t>
            </a:r>
          </a:p>
          <a:p>
            <a:pPr marL="285750" marR="0" lvl="0" indent="-285750" algn="l" defTabSz="914400" rtl="0" eaLnBrk="1" fontAlgn="auto" latinLnBrk="0" hangingPunct="1">
              <a:lnSpc>
                <a:spcPct val="100000"/>
              </a:lnSpc>
              <a:spcBef>
                <a:spcPts val="600"/>
              </a:spcBef>
              <a:spcAft>
                <a:spcPts val="0"/>
              </a:spcAft>
              <a:buClrTx/>
              <a:buSzPct val="8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Avenir Next LT Pro" panose="020B0504020202020204" pitchFamily="34" charset="77"/>
              <a:ea typeface="+mn-ea"/>
              <a:cs typeface="+mn-cs"/>
            </a:endParaRPr>
          </a:p>
          <a:p>
            <a:pPr marL="285750" marR="0" lvl="0" indent="-285750" algn="l" defTabSz="914400" rtl="0" eaLnBrk="1" fontAlgn="auto" latinLnBrk="0" hangingPunct="1">
              <a:lnSpc>
                <a:spcPct val="100000"/>
              </a:lnSpc>
              <a:spcBef>
                <a:spcPts val="600"/>
              </a:spcBef>
              <a:spcAft>
                <a:spcPts val="0"/>
              </a:spcAft>
              <a:buClrTx/>
              <a:buSzPct val="80000"/>
              <a:buFont typeface="Arial" panose="020B0604020202020204" pitchFamily="34" charset="0"/>
              <a:buChar char="•"/>
              <a:tabLst/>
              <a:defRPr/>
            </a:pPr>
            <a:endParaRPr kumimoji="0" lang="en-US" sz="1300" b="0" i="0" u="none" strike="noStrike" kern="1200" cap="none" spc="0" normalizeH="0" baseline="0" noProof="0" dirty="0">
              <a:ln>
                <a:noFill/>
              </a:ln>
              <a:solidFill>
                <a:prstClr val="black"/>
              </a:solidFill>
              <a:effectLst/>
              <a:uLnTx/>
              <a:uFillTx/>
              <a:latin typeface="Avenir Next LT Pro" panose="020B0504020202020204" pitchFamily="34" charset="77"/>
              <a:ea typeface="+mn-ea"/>
              <a:cs typeface="+mn-cs"/>
            </a:endParaRPr>
          </a:p>
        </p:txBody>
      </p:sp>
      <p:sp>
        <p:nvSpPr>
          <p:cNvPr id="6" name="Google Shape;650;p4">
            <a:extLst>
              <a:ext uri="{FF2B5EF4-FFF2-40B4-BE49-F238E27FC236}">
                <a16:creationId xmlns:a16="http://schemas.microsoft.com/office/drawing/2014/main" id="{5878A3A3-200C-FD1B-2B79-184DB7D3BD98}"/>
              </a:ext>
            </a:extLst>
          </p:cNvPr>
          <p:cNvSpPr txBox="1"/>
          <p:nvPr/>
        </p:nvSpPr>
        <p:spPr>
          <a:xfrm>
            <a:off x="449732" y="274434"/>
            <a:ext cx="11387134" cy="369332"/>
          </a:xfrm>
          <a:prstGeom prst="rect">
            <a:avLst/>
          </a:prstGeom>
          <a:noFill/>
          <a:ln>
            <a:noFill/>
          </a:ln>
        </p:spPr>
        <p:txBody>
          <a:bodyPr spcFirstLastPara="1" wrap="square" lIns="0" tIns="0" rIns="0" bIns="0" anchor="ctr" anchorCtr="0">
            <a:spAutoFit/>
          </a:bodyPr>
          <a:lstStyle/>
          <a:p>
            <a:pPr marL="0" marR="0" lvl="0" indent="0" rtl="0">
              <a:spcBef>
                <a:spcPts val="0"/>
              </a:spcBef>
              <a:spcAft>
                <a:spcPts val="0"/>
              </a:spcAft>
              <a:buNone/>
            </a:pPr>
            <a:r>
              <a:rPr lang="en-US" sz="2400" b="1" dirty="0">
                <a:solidFill>
                  <a:schemeClr val="dk1"/>
                </a:solidFill>
                <a:latin typeface="Avenir Next LT Pro" panose="020B0504020202020204" pitchFamily="34" charset="0"/>
                <a:ea typeface="Avenir"/>
                <a:cs typeface="Arial" panose="020B0604020202020204" pitchFamily="34" charset="0"/>
                <a:sym typeface="Avenir"/>
              </a:rPr>
              <a:t>Our approach ensures that all stakeholders go through full enablement</a:t>
            </a:r>
            <a:endParaRPr dirty="0">
              <a:latin typeface="Avenir Next LT Pro" panose="020B0504020202020204" pitchFamily="34" charset="0"/>
            </a:endParaRPr>
          </a:p>
        </p:txBody>
      </p:sp>
      <p:pic>
        <p:nvPicPr>
          <p:cNvPr id="7" name="Picture 6" descr="A black and white logo&#10;&#10;Description automatically generated">
            <a:extLst>
              <a:ext uri="{FF2B5EF4-FFF2-40B4-BE49-F238E27FC236}">
                <a16:creationId xmlns:a16="http://schemas.microsoft.com/office/drawing/2014/main" id="{5E99E3B4-0C56-228D-F5E1-10A50C46C3D2}"/>
              </a:ext>
            </a:extLst>
          </p:cNvPr>
          <p:cNvPicPr>
            <a:picLocks noChangeAspect="1"/>
          </p:cNvPicPr>
          <p:nvPr/>
        </p:nvPicPr>
        <p:blipFill>
          <a:blip r:embed="rId3"/>
          <a:stretch>
            <a:fillRect/>
          </a:stretch>
        </p:blipFill>
        <p:spPr>
          <a:xfrm>
            <a:off x="270115" y="6444000"/>
            <a:ext cx="826134" cy="212434"/>
          </a:xfrm>
          <a:prstGeom prst="rect">
            <a:avLst/>
          </a:prstGeom>
        </p:spPr>
      </p:pic>
    </p:spTree>
    <p:extLst>
      <p:ext uri="{BB962C8B-B14F-4D97-AF65-F5344CB8AC3E}">
        <p14:creationId xmlns:p14="http://schemas.microsoft.com/office/powerpoint/2010/main" val="1141845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56FC7F01-5300-99AE-BB5C-A22F04D5DCA3}"/>
              </a:ext>
            </a:extLst>
          </p:cNvPr>
          <p:cNvSpPr/>
          <p:nvPr/>
        </p:nvSpPr>
        <p:spPr>
          <a:xfrm>
            <a:off x="8286029" y="3563465"/>
            <a:ext cx="685215" cy="707886"/>
          </a:xfrm>
          <a:prstGeom prst="rect">
            <a:avLst/>
          </a:prstGeom>
        </p:spPr>
        <p:txBody>
          <a:bodyPr wrap="square">
            <a:spAutoFit/>
          </a:bodyPr>
          <a:lstStyle/>
          <a:p>
            <a:r>
              <a:rPr lang="en-US" sz="1000">
                <a:solidFill>
                  <a:schemeClr val="bg1"/>
                </a:solidFill>
                <a:latin typeface="Array" pitchFamily="2" charset="77"/>
              </a:rPr>
              <a:t>OUR CLIENTS COME TO US FOR </a:t>
            </a:r>
            <a:endParaRPr lang="en-US" sz="1200" b="1">
              <a:solidFill>
                <a:schemeClr val="bg1"/>
              </a:solidFill>
              <a:latin typeface="Array Semibold" pitchFamily="2" charset="77"/>
            </a:endParaRPr>
          </a:p>
        </p:txBody>
      </p:sp>
      <p:graphicFrame>
        <p:nvGraphicFramePr>
          <p:cNvPr id="7" name="Table 6">
            <a:extLst>
              <a:ext uri="{FF2B5EF4-FFF2-40B4-BE49-F238E27FC236}">
                <a16:creationId xmlns:a16="http://schemas.microsoft.com/office/drawing/2014/main" id="{ECC0E5F9-0CB1-7F2A-1F75-549DB41A7A5F}"/>
              </a:ext>
            </a:extLst>
          </p:cNvPr>
          <p:cNvGraphicFramePr>
            <a:graphicFrameLocks noGrp="1"/>
          </p:cNvGraphicFramePr>
          <p:nvPr>
            <p:extLst>
              <p:ext uri="{D42A27DB-BD31-4B8C-83A1-F6EECF244321}">
                <p14:modId xmlns:p14="http://schemas.microsoft.com/office/powerpoint/2010/main" val="217032924"/>
              </p:ext>
            </p:extLst>
          </p:nvPr>
        </p:nvGraphicFramePr>
        <p:xfrm>
          <a:off x="708971" y="904875"/>
          <a:ext cx="10537506" cy="5404614"/>
        </p:xfrm>
        <a:graphic>
          <a:graphicData uri="http://schemas.openxmlformats.org/drawingml/2006/table">
            <a:tbl>
              <a:tblPr firstRow="1" bandRow="1">
                <a:tableStyleId>{9D7B26C5-4107-4FEC-AEDC-1716B250A1EF}</a:tableStyleId>
              </a:tblPr>
              <a:tblGrid>
                <a:gridCol w="3512502">
                  <a:extLst>
                    <a:ext uri="{9D8B030D-6E8A-4147-A177-3AD203B41FA5}">
                      <a16:colId xmlns:a16="http://schemas.microsoft.com/office/drawing/2014/main" val="150245808"/>
                    </a:ext>
                  </a:extLst>
                </a:gridCol>
                <a:gridCol w="3512502">
                  <a:extLst>
                    <a:ext uri="{9D8B030D-6E8A-4147-A177-3AD203B41FA5}">
                      <a16:colId xmlns:a16="http://schemas.microsoft.com/office/drawing/2014/main" val="3451770573"/>
                    </a:ext>
                  </a:extLst>
                </a:gridCol>
                <a:gridCol w="3512502">
                  <a:extLst>
                    <a:ext uri="{9D8B030D-6E8A-4147-A177-3AD203B41FA5}">
                      <a16:colId xmlns:a16="http://schemas.microsoft.com/office/drawing/2014/main" val="415209326"/>
                    </a:ext>
                  </a:extLst>
                </a:gridCol>
              </a:tblGrid>
              <a:tr h="353717">
                <a:tc>
                  <a:txBody>
                    <a:bodyPr/>
                    <a:lstStyle/>
                    <a:p>
                      <a:pPr algn="ctr"/>
                      <a:r>
                        <a:rPr lang="en-US" sz="1200" dirty="0">
                          <a:solidFill>
                            <a:schemeClr val="bg1"/>
                          </a:solidFill>
                        </a:rPr>
                        <a:t>Metric</a:t>
                      </a:r>
                    </a:p>
                  </a:txBody>
                  <a:tcPr anchor="ctr">
                    <a:lnL>
                      <a:noFill/>
                    </a:lnL>
                    <a:lnR>
                      <a:noFill/>
                    </a:lnR>
                    <a:lnT w="12700" cmpd="sng">
                      <a:noFill/>
                    </a:lnT>
                    <a:lnB w="12700" cmpd="sng">
                      <a:noFill/>
                    </a:lnB>
                    <a:lnTlToBr w="12700" cmpd="sng">
                      <a:noFill/>
                      <a:prstDash val="solid"/>
                    </a:lnTlToBr>
                    <a:lnBlToTr w="12700" cmpd="sng">
                      <a:noFill/>
                      <a:prstDash val="solid"/>
                    </a:lnBlToTr>
                    <a:solidFill>
                      <a:srgbClr val="538321"/>
                    </a:solidFill>
                  </a:tcPr>
                </a:tc>
                <a:tc>
                  <a:txBody>
                    <a:bodyPr/>
                    <a:lstStyle/>
                    <a:p>
                      <a:pPr algn="ctr"/>
                      <a:r>
                        <a:rPr lang="en-US" sz="1200" dirty="0">
                          <a:solidFill>
                            <a:schemeClr val="bg1"/>
                          </a:solidFill>
                        </a:rPr>
                        <a:t>Traditional Terms</a:t>
                      </a:r>
                    </a:p>
                  </a:txBody>
                  <a:tcPr anchor="ctr">
                    <a:lnL>
                      <a:noFill/>
                    </a:lnL>
                    <a:lnR>
                      <a:noFill/>
                    </a:lnR>
                    <a:lnT w="12700" cmpd="sng">
                      <a:noFill/>
                    </a:lnT>
                    <a:lnB w="12700" cmpd="sng">
                      <a:noFill/>
                    </a:lnB>
                    <a:lnTlToBr w="12700" cmpd="sng">
                      <a:noFill/>
                      <a:prstDash val="solid"/>
                    </a:lnTlToBr>
                    <a:lnBlToTr w="12700" cmpd="sng">
                      <a:noFill/>
                      <a:prstDash val="solid"/>
                    </a:lnBlToTr>
                    <a:solidFill>
                      <a:srgbClr val="538321"/>
                    </a:solidFill>
                  </a:tcPr>
                </a:tc>
                <a:tc>
                  <a:txBody>
                    <a:bodyPr/>
                    <a:lstStyle/>
                    <a:p>
                      <a:pPr algn="ctr"/>
                      <a:r>
                        <a:rPr lang="en-US" sz="1200" dirty="0" err="1">
                          <a:solidFill>
                            <a:schemeClr val="bg1"/>
                          </a:solidFill>
                        </a:rPr>
                        <a:t>Zont’s</a:t>
                      </a:r>
                      <a:r>
                        <a:rPr lang="en-US" sz="1200" dirty="0">
                          <a:solidFill>
                            <a:schemeClr val="bg1"/>
                          </a:solidFill>
                        </a:rPr>
                        <a:t> Advantage</a:t>
                      </a:r>
                    </a:p>
                  </a:txBody>
                  <a:tcPr anchor="ctr">
                    <a:lnL>
                      <a:noFill/>
                    </a:lnL>
                    <a:lnR>
                      <a:noFill/>
                    </a:lnR>
                    <a:lnT w="12700" cmpd="sng">
                      <a:noFill/>
                    </a:lnT>
                    <a:lnB w="12700" cmpd="sng">
                      <a:noFill/>
                    </a:lnB>
                    <a:lnTlToBr w="12700" cmpd="sng">
                      <a:noFill/>
                      <a:prstDash val="solid"/>
                    </a:lnTlToBr>
                    <a:lnBlToTr w="12700" cmpd="sng">
                      <a:noFill/>
                      <a:prstDash val="solid"/>
                    </a:lnBlToTr>
                    <a:solidFill>
                      <a:srgbClr val="538321"/>
                    </a:solidFill>
                  </a:tcPr>
                </a:tc>
                <a:extLst>
                  <a:ext uri="{0D108BD9-81ED-4DB2-BD59-A6C34878D82A}">
                    <a16:rowId xmlns:a16="http://schemas.microsoft.com/office/drawing/2014/main" val="2174248062"/>
                  </a:ext>
                </a:extLst>
              </a:tr>
              <a:tr h="640400">
                <a:tc>
                  <a:txBody>
                    <a:bodyPr/>
                    <a:lstStyle/>
                    <a:p>
                      <a:pPr algn="r"/>
                      <a:r>
                        <a:rPr lang="en-US" sz="1200" dirty="0"/>
                        <a:t>Development of new features (D&amp;E)</a:t>
                      </a:r>
                    </a:p>
                    <a:p>
                      <a:pPr algn="r"/>
                      <a:r>
                        <a:rPr lang="en-US" sz="1050" i="1" dirty="0"/>
                        <a:t>New components</a:t>
                      </a:r>
                    </a:p>
                    <a:p>
                      <a:pPr algn="r"/>
                      <a:r>
                        <a:rPr lang="en-US" sz="1050" i="1" dirty="0"/>
                        <a:t>New features</a:t>
                      </a:r>
                    </a:p>
                    <a:p>
                      <a:pPr algn="r"/>
                      <a:r>
                        <a:rPr lang="en-US" sz="1050" i="1" dirty="0"/>
                        <a:t>Integrations</a:t>
                      </a:r>
                    </a:p>
                    <a:p>
                      <a:pPr algn="r"/>
                      <a:r>
                        <a:rPr lang="en-US" sz="1050" i="1" dirty="0"/>
                        <a:t>DevOps </a:t>
                      </a:r>
                    </a:p>
                    <a:p>
                      <a:pPr algn="r"/>
                      <a:r>
                        <a:rPr lang="en-US" sz="1200" dirty="0"/>
                        <a:t> </a:t>
                      </a:r>
                      <a:r>
                        <a:rPr lang="en-US" sz="1050" b="0" i="1" u="none" strike="noStrike" cap="none" dirty="0">
                          <a:solidFill>
                            <a:schemeClr val="tx1"/>
                          </a:solidFill>
                          <a:latin typeface="+mn-lt"/>
                          <a:ea typeface="+mn-ea"/>
                          <a:cs typeface="+mn-cs"/>
                          <a:sym typeface="Arial"/>
                        </a:rPr>
                        <a:t>Performance, Security</a:t>
                      </a:r>
                    </a:p>
                  </a:txBody>
                  <a:tcPr>
                    <a:lnT w="12700" cmpd="sng">
                      <a:noFill/>
                    </a:lnT>
                    <a:lnB>
                      <a:noFill/>
                    </a:lnB>
                    <a:solidFill>
                      <a:schemeClr val="bg1">
                        <a:lumMod val="95000"/>
                      </a:schemeClr>
                    </a:solidFill>
                  </a:tcPr>
                </a:tc>
                <a:tc>
                  <a:txBody>
                    <a:bodyPr/>
                    <a:lstStyle/>
                    <a:p>
                      <a:pPr algn="ctr"/>
                      <a:r>
                        <a:rPr lang="en-US" sz="1200" dirty="0"/>
                        <a:t>Additional</a:t>
                      </a:r>
                    </a:p>
                  </a:txBody>
                  <a:tcPr anchor="ctr">
                    <a:lnT w="12700" cmpd="sng">
                      <a:noFill/>
                    </a:lnT>
                    <a:lnB>
                      <a:noFill/>
                    </a:lnB>
                    <a:solidFill>
                      <a:schemeClr val="bg1">
                        <a:lumMod val="95000"/>
                      </a:schemeClr>
                    </a:solidFill>
                  </a:tcPr>
                </a:tc>
                <a:tc>
                  <a:txBody>
                    <a:bodyPr/>
                    <a:lstStyle/>
                    <a:p>
                      <a:pPr algn="ctr"/>
                      <a:r>
                        <a:rPr lang="en-US" sz="1200" dirty="0"/>
                        <a:t>Included</a:t>
                      </a:r>
                    </a:p>
                  </a:txBody>
                  <a:tcPr anchor="ctr">
                    <a:lnT w="12700" cmpd="sng">
                      <a:noFill/>
                    </a:lnT>
                    <a:lnB>
                      <a:noFill/>
                    </a:lnB>
                    <a:solidFill>
                      <a:schemeClr val="bg1">
                        <a:lumMod val="95000"/>
                      </a:schemeClr>
                    </a:solidFill>
                  </a:tcPr>
                </a:tc>
                <a:extLst>
                  <a:ext uri="{0D108BD9-81ED-4DB2-BD59-A6C34878D82A}">
                    <a16:rowId xmlns:a16="http://schemas.microsoft.com/office/drawing/2014/main" val="1273277365"/>
                  </a:ext>
                </a:extLst>
              </a:tr>
              <a:tr h="387457">
                <a:tc>
                  <a:txBody>
                    <a:bodyPr/>
                    <a:lstStyle/>
                    <a:p>
                      <a:pPr algn="r"/>
                      <a:r>
                        <a:rPr lang="en-US" sz="1200" dirty="0"/>
                        <a:t>Uptime SLA (guaranteed)</a:t>
                      </a:r>
                    </a:p>
                  </a:txBody>
                  <a:tcPr>
                    <a:lnT w="12700" cmpd="sng">
                      <a:noFill/>
                    </a:lnT>
                    <a:noFill/>
                  </a:tcPr>
                </a:tc>
                <a:tc>
                  <a:txBody>
                    <a:bodyPr/>
                    <a:lstStyle/>
                    <a:p>
                      <a:pPr algn="ctr"/>
                      <a:r>
                        <a:rPr lang="en-US" sz="1200" dirty="0"/>
                        <a:t>None</a:t>
                      </a:r>
                    </a:p>
                  </a:txBody>
                  <a:tcPr>
                    <a:lnT w="12700" cmpd="sng">
                      <a:noFill/>
                    </a:lnT>
                    <a:noFill/>
                  </a:tcPr>
                </a:tc>
                <a:tc>
                  <a:txBody>
                    <a:bodyPr/>
                    <a:lstStyle/>
                    <a:p>
                      <a:pPr algn="ctr"/>
                      <a:r>
                        <a:rPr lang="en-US" sz="1200" dirty="0"/>
                        <a:t>up to 99.99% </a:t>
                      </a:r>
                    </a:p>
                  </a:txBody>
                  <a:tcPr>
                    <a:lnT w="12700" cmpd="sng">
                      <a:noFill/>
                    </a:lnT>
                    <a:noFill/>
                  </a:tcPr>
                </a:tc>
                <a:extLst>
                  <a:ext uri="{0D108BD9-81ED-4DB2-BD59-A6C34878D82A}">
                    <a16:rowId xmlns:a16="http://schemas.microsoft.com/office/drawing/2014/main" val="691322940"/>
                  </a:ext>
                </a:extLst>
              </a:tr>
              <a:tr h="160100">
                <a:tc>
                  <a:txBody>
                    <a:bodyPr/>
                    <a:lstStyle/>
                    <a:p>
                      <a:pPr algn="r"/>
                      <a:r>
                        <a:rPr lang="en-US" sz="1200" dirty="0"/>
                        <a:t>Production Deployment Speed</a:t>
                      </a:r>
                    </a:p>
                  </a:txBody>
                  <a:tcPr>
                    <a:solidFill>
                      <a:schemeClr val="bg1">
                        <a:lumMod val="95000"/>
                      </a:schemeClr>
                    </a:solidFill>
                  </a:tcPr>
                </a:tc>
                <a:tc>
                  <a:txBody>
                    <a:bodyPr/>
                    <a:lstStyle/>
                    <a:p>
                      <a:pPr algn="ctr"/>
                      <a:r>
                        <a:rPr lang="en-US" sz="1200" dirty="0"/>
                        <a:t>1hr</a:t>
                      </a:r>
                    </a:p>
                  </a:txBody>
                  <a:tcPr>
                    <a:solidFill>
                      <a:schemeClr val="bg1">
                        <a:lumMod val="95000"/>
                      </a:schemeClr>
                    </a:solidFill>
                  </a:tcPr>
                </a:tc>
                <a:tc>
                  <a:txBody>
                    <a:bodyPr/>
                    <a:lstStyle/>
                    <a:p>
                      <a:pPr algn="ctr"/>
                      <a:r>
                        <a:rPr lang="en-US" sz="1200" dirty="0"/>
                        <a:t>12 mins.</a:t>
                      </a:r>
                    </a:p>
                  </a:txBody>
                  <a:tcPr>
                    <a:solidFill>
                      <a:schemeClr val="bg1">
                        <a:lumMod val="95000"/>
                      </a:schemeClr>
                    </a:solidFill>
                  </a:tcPr>
                </a:tc>
                <a:extLst>
                  <a:ext uri="{0D108BD9-81ED-4DB2-BD59-A6C34878D82A}">
                    <a16:rowId xmlns:a16="http://schemas.microsoft.com/office/drawing/2014/main" val="2893712293"/>
                  </a:ext>
                </a:extLst>
              </a:tr>
              <a:tr h="172357">
                <a:tc>
                  <a:txBody>
                    <a:bodyPr/>
                    <a:lstStyle/>
                    <a:p>
                      <a:pPr algn="r"/>
                      <a:r>
                        <a:rPr lang="en-US" sz="1200" dirty="0"/>
                        <a:t>Mean Time to Acknowledgement (MTTA)</a:t>
                      </a:r>
                    </a:p>
                  </a:txBody>
                  <a:tcPr>
                    <a:noFill/>
                  </a:tcPr>
                </a:tc>
                <a:tc>
                  <a:txBody>
                    <a:bodyPr/>
                    <a:lstStyle/>
                    <a:p>
                      <a:pPr algn="ctr"/>
                      <a:r>
                        <a:rPr lang="en-US" sz="1200" dirty="0"/>
                        <a:t>30mins</a:t>
                      </a:r>
                    </a:p>
                  </a:txBody>
                  <a:tcPr>
                    <a:noFill/>
                  </a:tcPr>
                </a:tc>
                <a:tc>
                  <a:txBody>
                    <a:bodyPr/>
                    <a:lstStyle/>
                    <a:p>
                      <a:pPr algn="ctr"/>
                      <a:r>
                        <a:rPr lang="en-US" sz="1200" dirty="0"/>
                        <a:t>15 mins.</a:t>
                      </a:r>
                    </a:p>
                  </a:txBody>
                  <a:tcPr>
                    <a:noFill/>
                  </a:tcPr>
                </a:tc>
                <a:extLst>
                  <a:ext uri="{0D108BD9-81ED-4DB2-BD59-A6C34878D82A}">
                    <a16:rowId xmlns:a16="http://schemas.microsoft.com/office/drawing/2014/main" val="1816962781"/>
                  </a:ext>
                </a:extLst>
              </a:tr>
              <a:tr h="172357">
                <a:tc>
                  <a:txBody>
                    <a:bodyPr/>
                    <a:lstStyle/>
                    <a:p>
                      <a:pPr algn="r"/>
                      <a:r>
                        <a:rPr lang="en-US" sz="1200" dirty="0"/>
                        <a:t>Mean Time to Resolution (MTTR)</a:t>
                      </a:r>
                    </a:p>
                  </a:txBody>
                  <a:tcPr>
                    <a:solidFill>
                      <a:schemeClr val="bg1">
                        <a:lumMod val="95000"/>
                      </a:schemeClr>
                    </a:solidFill>
                  </a:tcPr>
                </a:tc>
                <a:tc>
                  <a:txBody>
                    <a:bodyPr/>
                    <a:lstStyle/>
                    <a:p>
                      <a:pPr algn="ctr"/>
                      <a:r>
                        <a:rPr lang="en-US" sz="1200" dirty="0"/>
                        <a:t>6hrs</a:t>
                      </a:r>
                    </a:p>
                  </a:txBody>
                  <a:tcPr>
                    <a:solidFill>
                      <a:schemeClr val="bg1">
                        <a:lumMod val="95000"/>
                      </a:schemeClr>
                    </a:solidFill>
                  </a:tcPr>
                </a:tc>
                <a:tc>
                  <a:txBody>
                    <a:bodyPr/>
                    <a:lstStyle/>
                    <a:p>
                      <a:pPr algn="ctr"/>
                      <a:r>
                        <a:rPr lang="en-US" sz="1200" dirty="0"/>
                        <a:t>1hr.</a:t>
                      </a:r>
                    </a:p>
                  </a:txBody>
                  <a:tcPr>
                    <a:solidFill>
                      <a:schemeClr val="bg1">
                        <a:lumMod val="95000"/>
                      </a:schemeClr>
                    </a:solidFill>
                  </a:tcPr>
                </a:tc>
                <a:extLst>
                  <a:ext uri="{0D108BD9-81ED-4DB2-BD59-A6C34878D82A}">
                    <a16:rowId xmlns:a16="http://schemas.microsoft.com/office/drawing/2014/main" val="3237958751"/>
                  </a:ext>
                </a:extLst>
              </a:tr>
              <a:tr h="266833">
                <a:tc>
                  <a:txBody>
                    <a:bodyPr/>
                    <a:lstStyle/>
                    <a:p>
                      <a:pPr algn="r"/>
                      <a:r>
                        <a:rPr lang="en-US" sz="1200" dirty="0"/>
                        <a:t>Incident Reporting</a:t>
                      </a:r>
                    </a:p>
                  </a:txBody>
                  <a:tcPr>
                    <a:noFill/>
                  </a:tcPr>
                </a:tc>
                <a:tc>
                  <a:txBody>
                    <a:bodyPr/>
                    <a:lstStyle/>
                    <a:p>
                      <a:pPr algn="ctr"/>
                      <a:r>
                        <a:rPr lang="en-US" sz="1200" dirty="0"/>
                        <a:t>Email, 3</a:t>
                      </a:r>
                      <a:r>
                        <a:rPr lang="en-US" sz="1200" baseline="30000" dirty="0"/>
                        <a:t>rd</a:t>
                      </a:r>
                      <a:r>
                        <a:rPr lang="en-US" sz="1200" dirty="0"/>
                        <a:t> party notifications</a:t>
                      </a:r>
                    </a:p>
                  </a:txBody>
                  <a:tcPr>
                    <a:noFill/>
                  </a:tcPr>
                </a:tc>
                <a:tc>
                  <a:txBody>
                    <a:bodyPr/>
                    <a:lstStyle/>
                    <a:p>
                      <a:pPr algn="ctr"/>
                      <a:r>
                        <a:rPr lang="en-US" sz="1200" dirty="0"/>
                        <a:t>Phone, Email, Chat, Automated 3</a:t>
                      </a:r>
                      <a:r>
                        <a:rPr lang="en-US" sz="1200" baseline="30000" dirty="0"/>
                        <a:t>rd</a:t>
                      </a:r>
                      <a:r>
                        <a:rPr lang="en-US" sz="1200" dirty="0"/>
                        <a:t> Party notifications</a:t>
                      </a:r>
                    </a:p>
                  </a:txBody>
                  <a:tcPr>
                    <a:noFill/>
                  </a:tcPr>
                </a:tc>
                <a:extLst>
                  <a:ext uri="{0D108BD9-81ED-4DB2-BD59-A6C34878D82A}">
                    <a16:rowId xmlns:a16="http://schemas.microsoft.com/office/drawing/2014/main" val="3373964792"/>
                  </a:ext>
                </a:extLst>
              </a:tr>
              <a:tr h="172357">
                <a:tc>
                  <a:txBody>
                    <a:bodyPr/>
                    <a:lstStyle/>
                    <a:p>
                      <a:pPr algn="r"/>
                      <a:r>
                        <a:rPr lang="en-US" sz="1200" dirty="0"/>
                        <a:t>Support Schedule</a:t>
                      </a:r>
                    </a:p>
                  </a:txBody>
                  <a:tcPr>
                    <a:solidFill>
                      <a:schemeClr val="bg1">
                        <a:lumMod val="95000"/>
                      </a:schemeClr>
                    </a:solidFill>
                  </a:tcPr>
                </a:tc>
                <a:tc>
                  <a:txBody>
                    <a:bodyPr/>
                    <a:lstStyle/>
                    <a:p>
                      <a:pPr algn="ctr"/>
                      <a:r>
                        <a:rPr lang="en-US" sz="1200" dirty="0"/>
                        <a:t>16/5</a:t>
                      </a:r>
                    </a:p>
                  </a:txBody>
                  <a:tcPr>
                    <a:solidFill>
                      <a:schemeClr val="bg1">
                        <a:lumMod val="95000"/>
                      </a:schemeClr>
                    </a:solidFill>
                  </a:tcPr>
                </a:tc>
                <a:tc>
                  <a:txBody>
                    <a:bodyPr/>
                    <a:lstStyle/>
                    <a:p>
                      <a:pPr algn="ctr"/>
                      <a:r>
                        <a:rPr lang="en-US" sz="1200" dirty="0"/>
                        <a:t>24/7/365</a:t>
                      </a:r>
                    </a:p>
                  </a:txBody>
                  <a:tcPr>
                    <a:solidFill>
                      <a:schemeClr val="bg1">
                        <a:lumMod val="95000"/>
                      </a:schemeClr>
                    </a:solidFill>
                  </a:tcPr>
                </a:tc>
                <a:extLst>
                  <a:ext uri="{0D108BD9-81ED-4DB2-BD59-A6C34878D82A}">
                    <a16:rowId xmlns:a16="http://schemas.microsoft.com/office/drawing/2014/main" val="2017285301"/>
                  </a:ext>
                </a:extLst>
              </a:tr>
              <a:tr h="297492">
                <a:tc>
                  <a:txBody>
                    <a:bodyPr/>
                    <a:lstStyle/>
                    <a:p>
                      <a:pPr algn="r"/>
                      <a:r>
                        <a:rPr lang="en-US" sz="1200" dirty="0"/>
                        <a:t>Automated DevOps Scans </a:t>
                      </a:r>
                    </a:p>
                    <a:p>
                      <a:pPr algn="r"/>
                      <a:r>
                        <a:rPr lang="en-US" sz="1200" dirty="0"/>
                        <a:t>(included)</a:t>
                      </a:r>
                    </a:p>
                  </a:txBody>
                  <a:tcPr>
                    <a:noFill/>
                  </a:tcPr>
                </a:tc>
                <a:tc>
                  <a:txBody>
                    <a:bodyPr/>
                    <a:lstStyle/>
                    <a:p>
                      <a:pPr algn="ctr"/>
                      <a:r>
                        <a:rPr lang="en-US" sz="1200" dirty="0"/>
                        <a:t>None</a:t>
                      </a:r>
                    </a:p>
                  </a:txBody>
                  <a:tcPr>
                    <a:noFill/>
                  </a:tcPr>
                </a:tc>
                <a:tc>
                  <a:txBody>
                    <a:bodyPr/>
                    <a:lstStyle/>
                    <a:p>
                      <a:pPr algn="ctr"/>
                      <a:r>
                        <a:rPr lang="en-US" sz="1200" dirty="0"/>
                        <a:t>Security, page load speed</a:t>
                      </a:r>
                    </a:p>
                  </a:txBody>
                  <a:tcPr>
                    <a:noFill/>
                  </a:tcPr>
                </a:tc>
                <a:extLst>
                  <a:ext uri="{0D108BD9-81ED-4DB2-BD59-A6C34878D82A}">
                    <a16:rowId xmlns:a16="http://schemas.microsoft.com/office/drawing/2014/main" val="4004453304"/>
                  </a:ext>
                </a:extLst>
              </a:tr>
              <a:tr h="172357">
                <a:tc>
                  <a:txBody>
                    <a:bodyPr/>
                    <a:lstStyle/>
                    <a:p>
                      <a:pPr algn="r"/>
                      <a:r>
                        <a:rPr lang="en-US" sz="1200" dirty="0"/>
                        <a:t>DXP automated self-recovery</a:t>
                      </a:r>
                    </a:p>
                  </a:txBody>
                  <a:tcPr>
                    <a:solidFill>
                      <a:schemeClr val="bg1">
                        <a:lumMod val="95000"/>
                      </a:schemeClr>
                    </a:solidFill>
                  </a:tcPr>
                </a:tc>
                <a:tc>
                  <a:txBody>
                    <a:bodyPr/>
                    <a:lstStyle/>
                    <a:p>
                      <a:pPr algn="ctr"/>
                      <a:r>
                        <a:rPr lang="en-US" sz="1200" dirty="0"/>
                        <a:t>No</a:t>
                      </a:r>
                    </a:p>
                  </a:txBody>
                  <a:tcPr>
                    <a:solidFill>
                      <a:schemeClr val="bg1">
                        <a:lumMod val="95000"/>
                      </a:schemeClr>
                    </a:solidFill>
                  </a:tcPr>
                </a:tc>
                <a:tc>
                  <a:txBody>
                    <a:bodyPr/>
                    <a:lstStyle/>
                    <a:p>
                      <a:pPr algn="ctr"/>
                      <a:r>
                        <a:rPr lang="en-US" sz="1200" dirty="0"/>
                        <a:t>Yes</a:t>
                      </a:r>
                    </a:p>
                  </a:txBody>
                  <a:tcPr>
                    <a:solidFill>
                      <a:schemeClr val="bg1">
                        <a:lumMod val="95000"/>
                      </a:schemeClr>
                    </a:solidFill>
                  </a:tcPr>
                </a:tc>
                <a:extLst>
                  <a:ext uri="{0D108BD9-81ED-4DB2-BD59-A6C34878D82A}">
                    <a16:rowId xmlns:a16="http://schemas.microsoft.com/office/drawing/2014/main" val="4173182919"/>
                  </a:ext>
                </a:extLst>
              </a:tr>
              <a:tr h="266833">
                <a:tc>
                  <a:txBody>
                    <a:bodyPr/>
                    <a:lstStyle/>
                    <a:p>
                      <a:pPr algn="r"/>
                      <a:r>
                        <a:rPr lang="en-US" sz="1200" dirty="0"/>
                        <a:t>Strategic </a:t>
                      </a:r>
                      <a:r>
                        <a:rPr lang="en-US" sz="1200" dirty="0" err="1"/>
                        <a:t>Martech</a:t>
                      </a:r>
                      <a:r>
                        <a:rPr lang="en-US" sz="1200" dirty="0"/>
                        <a:t> alignment and roadmap advisory</a:t>
                      </a:r>
                    </a:p>
                  </a:txBody>
                  <a:tcPr>
                    <a:solidFill>
                      <a:schemeClr val="bg1"/>
                    </a:solidFill>
                  </a:tcPr>
                </a:tc>
                <a:tc>
                  <a:txBody>
                    <a:bodyPr/>
                    <a:lstStyle/>
                    <a:p>
                      <a:pPr algn="ctr"/>
                      <a:r>
                        <a:rPr lang="en-US" sz="1200" dirty="0"/>
                        <a:t>No</a:t>
                      </a:r>
                    </a:p>
                  </a:txBody>
                  <a:tcPr>
                    <a:solidFill>
                      <a:schemeClr val="bg1"/>
                    </a:solidFill>
                  </a:tcPr>
                </a:tc>
                <a:tc>
                  <a:txBody>
                    <a:bodyPr/>
                    <a:lstStyle/>
                    <a:p>
                      <a:pPr algn="ctr"/>
                      <a:r>
                        <a:rPr lang="en-US" sz="1200" dirty="0"/>
                        <a:t>Yes</a:t>
                      </a:r>
                    </a:p>
                  </a:txBody>
                  <a:tcPr>
                    <a:solidFill>
                      <a:schemeClr val="bg1"/>
                    </a:solidFill>
                  </a:tcPr>
                </a:tc>
                <a:extLst>
                  <a:ext uri="{0D108BD9-81ED-4DB2-BD59-A6C34878D82A}">
                    <a16:rowId xmlns:a16="http://schemas.microsoft.com/office/drawing/2014/main" val="1972409644"/>
                  </a:ext>
                </a:extLst>
              </a:tr>
              <a:tr h="172357">
                <a:tc>
                  <a:txBody>
                    <a:bodyPr/>
                    <a:lstStyle/>
                    <a:p>
                      <a:pPr algn="r"/>
                      <a:r>
                        <a:rPr lang="en-US" sz="1200" dirty="0"/>
                        <a:t>Carbon footprint reduction</a:t>
                      </a:r>
                    </a:p>
                  </a:txBody>
                  <a:tcPr>
                    <a:solidFill>
                      <a:schemeClr val="bg1">
                        <a:lumMod val="95000"/>
                      </a:schemeClr>
                    </a:solidFill>
                  </a:tcPr>
                </a:tc>
                <a:tc>
                  <a:txBody>
                    <a:bodyPr/>
                    <a:lstStyle/>
                    <a:p>
                      <a:pPr algn="ctr"/>
                      <a:r>
                        <a:rPr lang="en-US" sz="1200" dirty="0"/>
                        <a:t>No</a:t>
                      </a:r>
                    </a:p>
                  </a:txBody>
                  <a:tcPr>
                    <a:solidFill>
                      <a:schemeClr val="bg1">
                        <a:lumMod val="95000"/>
                      </a:schemeClr>
                    </a:solidFill>
                  </a:tcPr>
                </a:tc>
                <a:tc>
                  <a:txBody>
                    <a:bodyPr/>
                    <a:lstStyle/>
                    <a:p>
                      <a:pPr algn="ctr"/>
                      <a:r>
                        <a:rPr lang="en-US" sz="1200" dirty="0"/>
                        <a:t>Yes</a:t>
                      </a:r>
                    </a:p>
                  </a:txBody>
                  <a:tcPr>
                    <a:solidFill>
                      <a:schemeClr val="bg1">
                        <a:lumMod val="95000"/>
                      </a:schemeClr>
                    </a:solidFill>
                  </a:tcPr>
                </a:tc>
                <a:extLst>
                  <a:ext uri="{0D108BD9-81ED-4DB2-BD59-A6C34878D82A}">
                    <a16:rowId xmlns:a16="http://schemas.microsoft.com/office/drawing/2014/main" val="2008114400"/>
                  </a:ext>
                </a:extLst>
              </a:tr>
              <a:tr h="172357">
                <a:tc>
                  <a:txBody>
                    <a:bodyPr/>
                    <a:lstStyle/>
                    <a:p>
                      <a:pPr algn="r"/>
                      <a:r>
                        <a:rPr lang="en-US" sz="1200" dirty="0"/>
                        <a:t>Site Reliability Engineering (SRE)</a:t>
                      </a:r>
                    </a:p>
                  </a:txBody>
                  <a:tcPr>
                    <a:solidFill>
                      <a:schemeClr val="bg1"/>
                    </a:solidFill>
                  </a:tcPr>
                </a:tc>
                <a:tc>
                  <a:txBody>
                    <a:bodyPr/>
                    <a:lstStyle/>
                    <a:p>
                      <a:pPr algn="ctr"/>
                      <a:r>
                        <a:rPr lang="en-US" sz="1200" dirty="0"/>
                        <a:t>No</a:t>
                      </a:r>
                    </a:p>
                  </a:txBody>
                  <a:tcPr>
                    <a:solidFill>
                      <a:schemeClr val="bg1"/>
                    </a:solidFill>
                  </a:tcPr>
                </a:tc>
                <a:tc>
                  <a:txBody>
                    <a:bodyPr/>
                    <a:lstStyle/>
                    <a:p>
                      <a:pPr algn="ctr"/>
                      <a:r>
                        <a:rPr lang="en-US" sz="1200" dirty="0"/>
                        <a:t>Yes</a:t>
                      </a:r>
                    </a:p>
                  </a:txBody>
                  <a:tcPr>
                    <a:solidFill>
                      <a:schemeClr val="bg1"/>
                    </a:solidFill>
                  </a:tcPr>
                </a:tc>
                <a:extLst>
                  <a:ext uri="{0D108BD9-81ED-4DB2-BD59-A6C34878D82A}">
                    <a16:rowId xmlns:a16="http://schemas.microsoft.com/office/drawing/2014/main" val="3738986774"/>
                  </a:ext>
                </a:extLst>
              </a:tr>
              <a:tr h="172357">
                <a:tc>
                  <a:txBody>
                    <a:bodyPr/>
                    <a:lstStyle/>
                    <a:p>
                      <a:pPr algn="r"/>
                      <a:r>
                        <a:rPr lang="en-US" sz="1200" dirty="0"/>
                        <a:t>Custom-tailored SLIs and SLOs</a:t>
                      </a:r>
                    </a:p>
                  </a:txBody>
                  <a:tcPr>
                    <a:solidFill>
                      <a:schemeClr val="bg1">
                        <a:lumMod val="95000"/>
                      </a:schemeClr>
                    </a:solidFill>
                  </a:tcPr>
                </a:tc>
                <a:tc>
                  <a:txBody>
                    <a:bodyPr/>
                    <a:lstStyle/>
                    <a:p>
                      <a:pPr algn="ctr"/>
                      <a:r>
                        <a:rPr lang="en-US" sz="1200" dirty="0"/>
                        <a:t>No</a:t>
                      </a:r>
                    </a:p>
                  </a:txBody>
                  <a:tcPr>
                    <a:solidFill>
                      <a:schemeClr val="bg1">
                        <a:lumMod val="95000"/>
                      </a:schemeClr>
                    </a:solidFill>
                  </a:tcPr>
                </a:tc>
                <a:tc>
                  <a:txBody>
                    <a:bodyPr/>
                    <a:lstStyle/>
                    <a:p>
                      <a:pPr algn="ctr"/>
                      <a:r>
                        <a:rPr lang="en-US" sz="1200" dirty="0"/>
                        <a:t>Yes</a:t>
                      </a:r>
                    </a:p>
                  </a:txBody>
                  <a:tcPr>
                    <a:solidFill>
                      <a:schemeClr val="bg1">
                        <a:lumMod val="95000"/>
                      </a:schemeClr>
                    </a:solidFill>
                  </a:tcPr>
                </a:tc>
                <a:extLst>
                  <a:ext uri="{0D108BD9-81ED-4DB2-BD59-A6C34878D82A}">
                    <a16:rowId xmlns:a16="http://schemas.microsoft.com/office/drawing/2014/main" val="3094608592"/>
                  </a:ext>
                </a:extLst>
              </a:tr>
            </a:tbl>
          </a:graphicData>
        </a:graphic>
      </p:graphicFrame>
      <p:sp>
        <p:nvSpPr>
          <p:cNvPr id="20" name="Google Shape;846;p11">
            <a:extLst>
              <a:ext uri="{FF2B5EF4-FFF2-40B4-BE49-F238E27FC236}">
                <a16:creationId xmlns:a16="http://schemas.microsoft.com/office/drawing/2014/main" id="{13C06979-EA2F-235A-4EDC-C647C640C7E8}"/>
              </a:ext>
            </a:extLst>
          </p:cNvPr>
          <p:cNvSpPr txBox="1"/>
          <p:nvPr/>
        </p:nvSpPr>
        <p:spPr>
          <a:xfrm>
            <a:off x="382073" y="326044"/>
            <a:ext cx="11324653" cy="369332"/>
          </a:xfrm>
          <a:prstGeom prst="rect">
            <a:avLst/>
          </a:prstGeom>
          <a:noFill/>
          <a:ln>
            <a:noFill/>
          </a:ln>
        </p:spPr>
        <p:txBody>
          <a:bodyPr spcFirstLastPara="1" wrap="square" lIns="0" tIns="0" rIns="0" bIns="0" anchor="ctr" anchorCtr="0">
            <a:spAutoFit/>
          </a:bodyPr>
          <a:lstStyle/>
          <a:p>
            <a:r>
              <a:rPr lang="en-US" sz="2400" b="1" dirty="0">
                <a:solidFill>
                  <a:schemeClr val="dk1"/>
                </a:solidFill>
                <a:latin typeface="Arial" panose="020B0604020202020204" pitchFamily="34" charset="0"/>
                <a:cs typeface="Arial" panose="020B0604020202020204" pitchFamily="34" charset="0"/>
                <a:sym typeface="Avenir"/>
              </a:rPr>
              <a:t>Our automation-based support is ahead of the traditional norm</a:t>
            </a:r>
            <a:endParaRPr dirty="0">
              <a:solidFill>
                <a:schemeClr val="dk1"/>
              </a:solidFill>
              <a:latin typeface="Arial" panose="020B0604020202020204" pitchFamily="34" charset="0"/>
              <a:cs typeface="Arial" panose="020B0604020202020204" pitchFamily="34" charset="0"/>
            </a:endParaRPr>
          </a:p>
        </p:txBody>
      </p:sp>
      <p:pic>
        <p:nvPicPr>
          <p:cNvPr id="2" name="Picture 1" descr="A black and white logo&#10;&#10;Description automatically generated">
            <a:extLst>
              <a:ext uri="{FF2B5EF4-FFF2-40B4-BE49-F238E27FC236}">
                <a16:creationId xmlns:a16="http://schemas.microsoft.com/office/drawing/2014/main" id="{2BEF7799-B2D1-2124-B8C0-7F0F008435FE}"/>
              </a:ext>
            </a:extLst>
          </p:cNvPr>
          <p:cNvPicPr>
            <a:picLocks noChangeAspect="1"/>
          </p:cNvPicPr>
          <p:nvPr/>
        </p:nvPicPr>
        <p:blipFill>
          <a:blip r:embed="rId3"/>
          <a:stretch>
            <a:fillRect/>
          </a:stretch>
        </p:blipFill>
        <p:spPr>
          <a:xfrm>
            <a:off x="270115" y="6444000"/>
            <a:ext cx="826134" cy="212434"/>
          </a:xfrm>
          <a:prstGeom prst="rect">
            <a:avLst/>
          </a:prstGeom>
        </p:spPr>
      </p:pic>
    </p:spTree>
    <p:extLst>
      <p:ext uri="{BB962C8B-B14F-4D97-AF65-F5344CB8AC3E}">
        <p14:creationId xmlns:p14="http://schemas.microsoft.com/office/powerpoint/2010/main" val="1287709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70E12-FC2B-88AC-4A0B-B6F35C209BE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C4B6A93-B89C-6C4B-2340-3510B49F77DC}"/>
              </a:ext>
            </a:extLst>
          </p:cNvPr>
          <p:cNvSpPr/>
          <p:nvPr/>
        </p:nvSpPr>
        <p:spPr>
          <a:xfrm>
            <a:off x="4008671" y="0"/>
            <a:ext cx="6881691" cy="6858000"/>
          </a:xfrm>
          <a:prstGeom prst="rect">
            <a:avLst/>
          </a:prstGeom>
          <a:gradFill>
            <a:gsLst>
              <a:gs pos="0">
                <a:srgbClr val="2E2E2D">
                  <a:alpha val="0"/>
                </a:srgbClr>
              </a:gs>
              <a:gs pos="70000">
                <a:srgbClr val="2E2E2E">
                  <a:alpha val="89000"/>
                </a:srgbClr>
              </a:gs>
              <a:gs pos="100000">
                <a:srgbClr val="2E2E2E"/>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Medium" panose="020B0503020202020204" pitchFamily="34" charset="0"/>
              <a:ea typeface="+mn-ea"/>
              <a:cs typeface="+mn-cs"/>
              <a:sym typeface="Arial"/>
            </a:endParaRPr>
          </a:p>
        </p:txBody>
      </p:sp>
      <p:sp>
        <p:nvSpPr>
          <p:cNvPr id="11" name="Title 10">
            <a:extLst>
              <a:ext uri="{FF2B5EF4-FFF2-40B4-BE49-F238E27FC236}">
                <a16:creationId xmlns:a16="http://schemas.microsoft.com/office/drawing/2014/main" id="{C4C404CF-6563-775B-86CC-5BBB660DB4B0}"/>
              </a:ext>
            </a:extLst>
          </p:cNvPr>
          <p:cNvSpPr>
            <a:spLocks noGrp="1"/>
          </p:cNvSpPr>
          <p:nvPr>
            <p:ph type="ctrTitle"/>
          </p:nvPr>
        </p:nvSpPr>
        <p:spPr>
          <a:xfrm>
            <a:off x="696829" y="2536105"/>
            <a:ext cx="8382404" cy="2473217"/>
          </a:xfrm>
        </p:spPr>
        <p:txBody>
          <a:bodyPr anchor="t">
            <a:normAutofit/>
          </a:bodyPr>
          <a:lstStyle/>
          <a:p>
            <a:r>
              <a:rPr lang="en-US" sz="6000" dirty="0">
                <a:latin typeface="Avenir Next LT Pro"/>
              </a:rPr>
              <a:t>Timeline, team, investment summary</a:t>
            </a:r>
            <a:endParaRPr lang="en-US" sz="8000" b="0" dirty="0">
              <a:solidFill>
                <a:schemeClr val="bg1"/>
              </a:solidFill>
              <a:latin typeface="Avenir Next LT Pro"/>
            </a:endParaRPr>
          </a:p>
        </p:txBody>
      </p:sp>
      <p:pic>
        <p:nvPicPr>
          <p:cNvPr id="2" name="Picture 1" descr="A black and white logo&#10;&#10;Description automatically generated">
            <a:extLst>
              <a:ext uri="{FF2B5EF4-FFF2-40B4-BE49-F238E27FC236}">
                <a16:creationId xmlns:a16="http://schemas.microsoft.com/office/drawing/2014/main" id="{603D773A-B28B-5C76-2674-EEAEEC701EB4}"/>
              </a:ext>
            </a:extLst>
          </p:cNvPr>
          <p:cNvPicPr>
            <a:picLocks noChangeAspect="1"/>
          </p:cNvPicPr>
          <p:nvPr/>
        </p:nvPicPr>
        <p:blipFill>
          <a:blip r:embed="rId3">
            <a:lum bright="70000" contrast="-70000"/>
          </a:blip>
          <a:stretch>
            <a:fillRect/>
          </a:stretch>
        </p:blipFill>
        <p:spPr>
          <a:xfrm>
            <a:off x="10156540" y="453878"/>
            <a:ext cx="1467643" cy="377394"/>
          </a:xfrm>
          <a:prstGeom prst="rect">
            <a:avLst/>
          </a:prstGeom>
        </p:spPr>
      </p:pic>
    </p:spTree>
    <p:extLst>
      <p:ext uri="{BB962C8B-B14F-4D97-AF65-F5344CB8AC3E}">
        <p14:creationId xmlns:p14="http://schemas.microsoft.com/office/powerpoint/2010/main" val="2518317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E036BE44-468C-2AF2-3CDE-3C746422E8A8}"/>
              </a:ext>
            </a:extLst>
          </p:cNvPr>
          <p:cNvCxnSpPr>
            <a:cxnSpLocks/>
          </p:cNvCxnSpPr>
          <p:nvPr/>
        </p:nvCxnSpPr>
        <p:spPr>
          <a:xfrm>
            <a:off x="6802741" y="1420836"/>
            <a:ext cx="30897" cy="4479972"/>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81" name="Google Shape;68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latin typeface="+mj-lt"/>
              </a:rPr>
              <a:t>16</a:t>
            </a:fld>
            <a:endParaRPr>
              <a:latin typeface="+mj-lt"/>
            </a:endParaRPr>
          </a:p>
        </p:txBody>
      </p:sp>
      <p:sp>
        <p:nvSpPr>
          <p:cNvPr id="687" name="Google Shape;687;p5"/>
          <p:cNvSpPr txBox="1"/>
          <p:nvPr/>
        </p:nvSpPr>
        <p:spPr>
          <a:xfrm>
            <a:off x="295348" y="385604"/>
            <a:ext cx="9260099" cy="332399"/>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1"/>
              </a:buClr>
              <a:buSzPts val="2400"/>
              <a:buFont typeface="Avenir"/>
              <a:buNone/>
            </a:pPr>
            <a:r>
              <a:rPr lang="en-US" sz="2400" b="1" i="0" u="none" strike="noStrike" cap="none" dirty="0">
                <a:latin typeface="+mj-lt"/>
                <a:ea typeface="Avenir"/>
                <a:cs typeface="Avenir"/>
                <a:sym typeface="Avenir"/>
              </a:rPr>
              <a:t>Our proposed </a:t>
            </a:r>
            <a:r>
              <a:rPr lang="en-US" sz="2400" b="1" dirty="0">
                <a:latin typeface="+mj-lt"/>
                <a:sym typeface="Avenir"/>
              </a:rPr>
              <a:t>implementation</a:t>
            </a:r>
            <a:r>
              <a:rPr lang="en-US" sz="2400" b="1" i="0" u="none" strike="noStrike" cap="none" dirty="0">
                <a:latin typeface="+mj-lt"/>
                <a:ea typeface="Avenir"/>
                <a:cs typeface="Avenir"/>
                <a:sym typeface="Avenir"/>
              </a:rPr>
              <a:t> timeline</a:t>
            </a:r>
            <a:endParaRPr sz="1400" b="0" i="0" u="none" strike="noStrike" cap="none" dirty="0">
              <a:latin typeface="+mj-lt"/>
              <a:ea typeface="Arial"/>
              <a:cs typeface="Arial"/>
              <a:sym typeface="Arial"/>
            </a:endParaRPr>
          </a:p>
        </p:txBody>
      </p:sp>
      <p:sp>
        <p:nvSpPr>
          <p:cNvPr id="8" name="TextBox 7">
            <a:extLst>
              <a:ext uri="{FF2B5EF4-FFF2-40B4-BE49-F238E27FC236}">
                <a16:creationId xmlns:a16="http://schemas.microsoft.com/office/drawing/2014/main" id="{6EAC16DF-AC00-9658-2AF3-AE2A4AB8821C}"/>
              </a:ext>
            </a:extLst>
          </p:cNvPr>
          <p:cNvSpPr txBox="1"/>
          <p:nvPr/>
        </p:nvSpPr>
        <p:spPr>
          <a:xfrm>
            <a:off x="228860" y="2874131"/>
            <a:ext cx="1078950" cy="230832"/>
          </a:xfrm>
          <a:prstGeom prst="rect">
            <a:avLst/>
          </a:prstGeom>
          <a:noFill/>
        </p:spPr>
        <p:txBody>
          <a:bodyPr wrap="square">
            <a:spAutoFit/>
          </a:bodyPr>
          <a:lstStyle/>
          <a:p>
            <a:r>
              <a:rPr lang="en-US" sz="900" b="1">
                <a:latin typeface="+mj-lt"/>
              </a:rPr>
              <a:t>ONBOARDING</a:t>
            </a:r>
            <a:endParaRPr lang="en-US" sz="900">
              <a:latin typeface="+mj-lt"/>
            </a:endParaRPr>
          </a:p>
        </p:txBody>
      </p:sp>
      <p:sp>
        <p:nvSpPr>
          <p:cNvPr id="13" name="Right Brace 12">
            <a:extLst>
              <a:ext uri="{FF2B5EF4-FFF2-40B4-BE49-F238E27FC236}">
                <a16:creationId xmlns:a16="http://schemas.microsoft.com/office/drawing/2014/main" id="{7B528500-F34D-3B13-50D2-FB1509A1B535}"/>
              </a:ext>
            </a:extLst>
          </p:cNvPr>
          <p:cNvSpPr/>
          <p:nvPr/>
        </p:nvSpPr>
        <p:spPr>
          <a:xfrm rot="10800000">
            <a:off x="1779209" y="3035090"/>
            <a:ext cx="249910" cy="1554623"/>
          </a:xfrm>
          <a:prstGeom prst="rightBrace">
            <a:avLst>
              <a:gd name="adj1" fmla="val 50879"/>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19" name="Right Brace 18">
            <a:extLst>
              <a:ext uri="{FF2B5EF4-FFF2-40B4-BE49-F238E27FC236}">
                <a16:creationId xmlns:a16="http://schemas.microsoft.com/office/drawing/2014/main" id="{9574631D-4614-234B-D0B8-D7B80411D14D}"/>
              </a:ext>
            </a:extLst>
          </p:cNvPr>
          <p:cNvSpPr/>
          <p:nvPr/>
        </p:nvSpPr>
        <p:spPr>
          <a:xfrm rot="10800000">
            <a:off x="548627" y="1973886"/>
            <a:ext cx="249910" cy="885748"/>
          </a:xfrm>
          <a:prstGeom prst="rightBrace">
            <a:avLst>
              <a:gd name="adj1" fmla="val 50879"/>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0" name="TextBox 19">
            <a:extLst>
              <a:ext uri="{FF2B5EF4-FFF2-40B4-BE49-F238E27FC236}">
                <a16:creationId xmlns:a16="http://schemas.microsoft.com/office/drawing/2014/main" id="{CCA84615-AE04-10CC-DC62-2C9056591F0D}"/>
              </a:ext>
            </a:extLst>
          </p:cNvPr>
          <p:cNvSpPr txBox="1"/>
          <p:nvPr/>
        </p:nvSpPr>
        <p:spPr>
          <a:xfrm>
            <a:off x="548627" y="3733608"/>
            <a:ext cx="1233051" cy="230832"/>
          </a:xfrm>
          <a:prstGeom prst="rect">
            <a:avLst/>
          </a:prstGeom>
          <a:noFill/>
        </p:spPr>
        <p:txBody>
          <a:bodyPr wrap="square">
            <a:spAutoFit/>
          </a:bodyPr>
          <a:lstStyle/>
          <a:p>
            <a:r>
              <a:rPr lang="en-US" sz="900" b="1" dirty="0">
                <a:latin typeface="+mj-lt"/>
              </a:rPr>
              <a:t>IMPLEMENTATION</a:t>
            </a:r>
            <a:endParaRPr lang="en-US" sz="900" dirty="0">
              <a:latin typeface="+mj-lt"/>
            </a:endParaRPr>
          </a:p>
        </p:txBody>
      </p:sp>
      <p:cxnSp>
        <p:nvCxnSpPr>
          <p:cNvPr id="2" name="Straight Connector 1">
            <a:extLst>
              <a:ext uri="{FF2B5EF4-FFF2-40B4-BE49-F238E27FC236}">
                <a16:creationId xmlns:a16="http://schemas.microsoft.com/office/drawing/2014/main" id="{66E50FB7-C158-F660-FA09-0A34DB008E43}"/>
              </a:ext>
            </a:extLst>
          </p:cNvPr>
          <p:cNvCxnSpPr>
            <a:cxnSpLocks/>
          </p:cNvCxnSpPr>
          <p:nvPr/>
        </p:nvCxnSpPr>
        <p:spPr>
          <a:xfrm>
            <a:off x="730516" y="1467876"/>
            <a:ext cx="0" cy="439689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95A9CB0-A0CF-AA89-F4A3-8E116F5E7DA6}"/>
              </a:ext>
            </a:extLst>
          </p:cNvPr>
          <p:cNvCxnSpPr>
            <a:cxnSpLocks/>
          </p:cNvCxnSpPr>
          <p:nvPr/>
        </p:nvCxnSpPr>
        <p:spPr>
          <a:xfrm>
            <a:off x="2381436" y="1512053"/>
            <a:ext cx="0" cy="4388755"/>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8187748-76AF-DC94-9DD3-085D2747B14E}"/>
              </a:ext>
            </a:extLst>
          </p:cNvPr>
          <p:cNvSpPr txBox="1"/>
          <p:nvPr/>
        </p:nvSpPr>
        <p:spPr>
          <a:xfrm>
            <a:off x="719862" y="1420100"/>
            <a:ext cx="822351" cy="230832"/>
          </a:xfrm>
          <a:prstGeom prst="rect">
            <a:avLst/>
          </a:prstGeom>
          <a:noFill/>
        </p:spPr>
        <p:txBody>
          <a:bodyPr wrap="square">
            <a:spAutoFit/>
          </a:bodyPr>
          <a:lstStyle/>
          <a:p>
            <a:r>
              <a:rPr lang="en-US" sz="900" b="1">
                <a:latin typeface="+mj-lt"/>
              </a:rPr>
              <a:t>WEEK 1</a:t>
            </a:r>
          </a:p>
        </p:txBody>
      </p:sp>
      <p:sp>
        <p:nvSpPr>
          <p:cNvPr id="30" name="TextBox 29">
            <a:extLst>
              <a:ext uri="{FF2B5EF4-FFF2-40B4-BE49-F238E27FC236}">
                <a16:creationId xmlns:a16="http://schemas.microsoft.com/office/drawing/2014/main" id="{7DB8A663-DB1C-4370-BBA5-AB70946C6BE2}"/>
              </a:ext>
            </a:extLst>
          </p:cNvPr>
          <p:cNvSpPr txBox="1"/>
          <p:nvPr/>
        </p:nvSpPr>
        <p:spPr>
          <a:xfrm>
            <a:off x="2383656" y="1425027"/>
            <a:ext cx="861073" cy="230832"/>
          </a:xfrm>
          <a:prstGeom prst="rect">
            <a:avLst/>
          </a:prstGeom>
          <a:noFill/>
        </p:spPr>
        <p:txBody>
          <a:bodyPr wrap="square">
            <a:spAutoFit/>
          </a:bodyPr>
          <a:lstStyle/>
          <a:p>
            <a:r>
              <a:rPr lang="en-US" sz="900" b="1">
                <a:latin typeface="+mj-lt"/>
              </a:rPr>
              <a:t>WEEK 3</a:t>
            </a:r>
            <a:endParaRPr lang="en-US" sz="900">
              <a:latin typeface="+mj-lt"/>
            </a:endParaRPr>
          </a:p>
        </p:txBody>
      </p:sp>
      <p:sp>
        <p:nvSpPr>
          <p:cNvPr id="31" name="TextBox 30">
            <a:extLst>
              <a:ext uri="{FF2B5EF4-FFF2-40B4-BE49-F238E27FC236}">
                <a16:creationId xmlns:a16="http://schemas.microsoft.com/office/drawing/2014/main" id="{36A60545-C22F-4952-0D6D-688C35B2EFC8}"/>
              </a:ext>
            </a:extLst>
          </p:cNvPr>
          <p:cNvSpPr txBox="1"/>
          <p:nvPr/>
        </p:nvSpPr>
        <p:spPr>
          <a:xfrm>
            <a:off x="4984600" y="1415862"/>
            <a:ext cx="769981" cy="230832"/>
          </a:xfrm>
          <a:prstGeom prst="rect">
            <a:avLst/>
          </a:prstGeom>
          <a:noFill/>
        </p:spPr>
        <p:txBody>
          <a:bodyPr wrap="square">
            <a:spAutoFit/>
          </a:bodyPr>
          <a:lstStyle/>
          <a:p>
            <a:r>
              <a:rPr lang="en-US" sz="900" b="1" dirty="0">
                <a:latin typeface="+mj-lt"/>
              </a:rPr>
              <a:t>WEEK 6</a:t>
            </a:r>
            <a:endParaRPr lang="en-US" sz="900" dirty="0">
              <a:latin typeface="+mj-lt"/>
            </a:endParaRPr>
          </a:p>
        </p:txBody>
      </p:sp>
      <p:cxnSp>
        <p:nvCxnSpPr>
          <p:cNvPr id="10" name="Straight Connector 9">
            <a:extLst>
              <a:ext uri="{FF2B5EF4-FFF2-40B4-BE49-F238E27FC236}">
                <a16:creationId xmlns:a16="http://schemas.microsoft.com/office/drawing/2014/main" id="{7FB5629C-E214-8918-4401-41E1D5BBE4E2}"/>
              </a:ext>
            </a:extLst>
          </p:cNvPr>
          <p:cNvCxnSpPr>
            <a:cxnSpLocks/>
          </p:cNvCxnSpPr>
          <p:nvPr/>
        </p:nvCxnSpPr>
        <p:spPr>
          <a:xfrm>
            <a:off x="1547784" y="1531278"/>
            <a:ext cx="0" cy="436953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03EFFA8-01EA-7C7F-1C95-35BB16521500}"/>
              </a:ext>
            </a:extLst>
          </p:cNvPr>
          <p:cNvCxnSpPr>
            <a:cxnSpLocks/>
          </p:cNvCxnSpPr>
          <p:nvPr/>
        </p:nvCxnSpPr>
        <p:spPr>
          <a:xfrm>
            <a:off x="3220087" y="1511136"/>
            <a:ext cx="0" cy="4389672"/>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172A7F0-CAE3-9DA5-E697-4671D3D84B36}"/>
              </a:ext>
            </a:extLst>
          </p:cNvPr>
          <p:cNvCxnSpPr>
            <a:cxnSpLocks/>
          </p:cNvCxnSpPr>
          <p:nvPr/>
        </p:nvCxnSpPr>
        <p:spPr>
          <a:xfrm>
            <a:off x="4991655" y="1464330"/>
            <a:ext cx="0" cy="4436478"/>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63ECF7C-645B-9F0A-C0C1-D605713D99B3}"/>
              </a:ext>
            </a:extLst>
          </p:cNvPr>
          <p:cNvCxnSpPr>
            <a:cxnSpLocks/>
          </p:cNvCxnSpPr>
          <p:nvPr/>
        </p:nvCxnSpPr>
        <p:spPr>
          <a:xfrm>
            <a:off x="4097017" y="1518959"/>
            <a:ext cx="0" cy="4381849"/>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5423357-0B0D-3665-7A78-84E1CFB95A14}"/>
              </a:ext>
            </a:extLst>
          </p:cNvPr>
          <p:cNvCxnSpPr>
            <a:cxnSpLocks/>
          </p:cNvCxnSpPr>
          <p:nvPr/>
        </p:nvCxnSpPr>
        <p:spPr>
          <a:xfrm>
            <a:off x="5876738" y="1431652"/>
            <a:ext cx="24973" cy="451420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07A2FB4-A95C-FEC1-E812-5232C0202FBE}"/>
              </a:ext>
            </a:extLst>
          </p:cNvPr>
          <p:cNvSpPr txBox="1"/>
          <p:nvPr/>
        </p:nvSpPr>
        <p:spPr>
          <a:xfrm>
            <a:off x="1556999" y="1426746"/>
            <a:ext cx="861073" cy="230832"/>
          </a:xfrm>
          <a:prstGeom prst="rect">
            <a:avLst/>
          </a:prstGeom>
          <a:noFill/>
        </p:spPr>
        <p:txBody>
          <a:bodyPr wrap="square">
            <a:spAutoFit/>
          </a:bodyPr>
          <a:lstStyle/>
          <a:p>
            <a:r>
              <a:rPr lang="en-US" sz="900" b="1">
                <a:latin typeface="+mj-lt"/>
              </a:rPr>
              <a:t>WEEK 2</a:t>
            </a:r>
            <a:endParaRPr lang="en-US" sz="900">
              <a:latin typeface="+mj-lt"/>
            </a:endParaRPr>
          </a:p>
        </p:txBody>
      </p:sp>
      <p:sp>
        <p:nvSpPr>
          <p:cNvPr id="52" name="TextBox 51">
            <a:extLst>
              <a:ext uri="{FF2B5EF4-FFF2-40B4-BE49-F238E27FC236}">
                <a16:creationId xmlns:a16="http://schemas.microsoft.com/office/drawing/2014/main" id="{F5E85C42-9CF9-B007-CC06-B88105590DEB}"/>
              </a:ext>
            </a:extLst>
          </p:cNvPr>
          <p:cNvSpPr txBox="1"/>
          <p:nvPr/>
        </p:nvSpPr>
        <p:spPr>
          <a:xfrm>
            <a:off x="3233368" y="1423181"/>
            <a:ext cx="861073" cy="230832"/>
          </a:xfrm>
          <a:prstGeom prst="rect">
            <a:avLst/>
          </a:prstGeom>
          <a:noFill/>
        </p:spPr>
        <p:txBody>
          <a:bodyPr wrap="square">
            <a:spAutoFit/>
          </a:bodyPr>
          <a:lstStyle/>
          <a:p>
            <a:r>
              <a:rPr lang="en-US" sz="900" b="1">
                <a:latin typeface="+mj-lt"/>
              </a:rPr>
              <a:t>WEEK 4</a:t>
            </a:r>
            <a:endParaRPr lang="en-US" sz="900">
              <a:latin typeface="+mj-lt"/>
            </a:endParaRPr>
          </a:p>
        </p:txBody>
      </p:sp>
      <p:sp>
        <p:nvSpPr>
          <p:cNvPr id="53" name="TextBox 52">
            <a:extLst>
              <a:ext uri="{FF2B5EF4-FFF2-40B4-BE49-F238E27FC236}">
                <a16:creationId xmlns:a16="http://schemas.microsoft.com/office/drawing/2014/main" id="{DE1689BE-4083-11E5-9047-6E581BA5A9AC}"/>
              </a:ext>
            </a:extLst>
          </p:cNvPr>
          <p:cNvSpPr txBox="1"/>
          <p:nvPr/>
        </p:nvSpPr>
        <p:spPr>
          <a:xfrm>
            <a:off x="4090205" y="1426746"/>
            <a:ext cx="861073" cy="230832"/>
          </a:xfrm>
          <a:prstGeom prst="rect">
            <a:avLst/>
          </a:prstGeom>
          <a:noFill/>
        </p:spPr>
        <p:txBody>
          <a:bodyPr wrap="square">
            <a:spAutoFit/>
          </a:bodyPr>
          <a:lstStyle/>
          <a:p>
            <a:r>
              <a:rPr lang="en-US" sz="900" b="1" dirty="0">
                <a:latin typeface="+mj-lt"/>
              </a:rPr>
              <a:t>WEEK 5</a:t>
            </a:r>
            <a:endParaRPr lang="en-US" sz="900" dirty="0">
              <a:latin typeface="+mj-lt"/>
            </a:endParaRPr>
          </a:p>
        </p:txBody>
      </p:sp>
      <p:sp>
        <p:nvSpPr>
          <p:cNvPr id="56" name="TextBox 55">
            <a:extLst>
              <a:ext uri="{FF2B5EF4-FFF2-40B4-BE49-F238E27FC236}">
                <a16:creationId xmlns:a16="http://schemas.microsoft.com/office/drawing/2014/main" id="{F6B1AF17-67F5-7C48-713E-792F9ED39758}"/>
              </a:ext>
            </a:extLst>
          </p:cNvPr>
          <p:cNvSpPr txBox="1"/>
          <p:nvPr/>
        </p:nvSpPr>
        <p:spPr>
          <a:xfrm>
            <a:off x="5876738" y="1417580"/>
            <a:ext cx="769981" cy="230832"/>
          </a:xfrm>
          <a:prstGeom prst="rect">
            <a:avLst/>
          </a:prstGeom>
          <a:noFill/>
        </p:spPr>
        <p:txBody>
          <a:bodyPr wrap="square">
            <a:spAutoFit/>
          </a:bodyPr>
          <a:lstStyle/>
          <a:p>
            <a:r>
              <a:rPr lang="en-US" sz="900" b="1">
                <a:latin typeface="+mj-lt"/>
              </a:rPr>
              <a:t>WEEK 7</a:t>
            </a:r>
            <a:endParaRPr lang="en-US" sz="900">
              <a:latin typeface="+mj-lt"/>
            </a:endParaRPr>
          </a:p>
        </p:txBody>
      </p:sp>
      <p:sp>
        <p:nvSpPr>
          <p:cNvPr id="6" name="Rounded Rectangle 95">
            <a:extLst>
              <a:ext uri="{FF2B5EF4-FFF2-40B4-BE49-F238E27FC236}">
                <a16:creationId xmlns:a16="http://schemas.microsoft.com/office/drawing/2014/main" id="{159D1F24-3788-5211-91E7-34C4DB563FD5}"/>
              </a:ext>
            </a:extLst>
          </p:cNvPr>
          <p:cNvSpPr/>
          <p:nvPr/>
        </p:nvSpPr>
        <p:spPr>
          <a:xfrm>
            <a:off x="1261930" y="2354950"/>
            <a:ext cx="2838912" cy="213519"/>
          </a:xfrm>
          <a:prstGeom prst="roundRect">
            <a:avLst>
              <a:gd name="adj" fmla="val 50000"/>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a:latin typeface="+mj-lt"/>
              </a:rPr>
              <a:t>Backlog setup</a:t>
            </a:r>
            <a:endParaRPr lang="id-ID" sz="800">
              <a:latin typeface="+mj-lt"/>
            </a:endParaRPr>
          </a:p>
        </p:txBody>
      </p:sp>
      <p:sp>
        <p:nvSpPr>
          <p:cNvPr id="15" name="Rounded Rectangle 100">
            <a:extLst>
              <a:ext uri="{FF2B5EF4-FFF2-40B4-BE49-F238E27FC236}">
                <a16:creationId xmlns:a16="http://schemas.microsoft.com/office/drawing/2014/main" id="{A9679E7F-FC8A-C16B-8603-72A54B4DA6A6}"/>
              </a:ext>
            </a:extLst>
          </p:cNvPr>
          <p:cNvSpPr/>
          <p:nvPr/>
        </p:nvSpPr>
        <p:spPr>
          <a:xfrm>
            <a:off x="735379" y="2028567"/>
            <a:ext cx="1643837" cy="246902"/>
          </a:xfrm>
          <a:prstGeom prst="roundRect">
            <a:avLst>
              <a:gd name="adj" fmla="val 50000"/>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r>
              <a:rPr lang="en-US" sz="800" dirty="0">
                <a:latin typeface="+mj-lt"/>
              </a:rPr>
              <a:t>Requirements</a:t>
            </a:r>
            <a:endParaRPr lang="id-ID" sz="800" dirty="0">
              <a:latin typeface="+mj-lt"/>
            </a:endParaRPr>
          </a:p>
        </p:txBody>
      </p:sp>
      <p:sp>
        <p:nvSpPr>
          <p:cNvPr id="27" name="TextBox 26">
            <a:extLst>
              <a:ext uri="{FF2B5EF4-FFF2-40B4-BE49-F238E27FC236}">
                <a16:creationId xmlns:a16="http://schemas.microsoft.com/office/drawing/2014/main" id="{1021F01E-369F-B6D7-365E-131B8F16801C}"/>
              </a:ext>
            </a:extLst>
          </p:cNvPr>
          <p:cNvSpPr txBox="1"/>
          <p:nvPr/>
        </p:nvSpPr>
        <p:spPr>
          <a:xfrm>
            <a:off x="6802741" y="1416558"/>
            <a:ext cx="769981" cy="230832"/>
          </a:xfrm>
          <a:prstGeom prst="rect">
            <a:avLst/>
          </a:prstGeom>
          <a:noFill/>
        </p:spPr>
        <p:txBody>
          <a:bodyPr wrap="square">
            <a:spAutoFit/>
          </a:bodyPr>
          <a:lstStyle/>
          <a:p>
            <a:r>
              <a:rPr lang="en-US" sz="900" b="1">
                <a:latin typeface="+mj-lt"/>
              </a:rPr>
              <a:t>WEEK 8</a:t>
            </a:r>
            <a:endParaRPr lang="en-US" sz="900">
              <a:latin typeface="+mj-lt"/>
            </a:endParaRPr>
          </a:p>
        </p:txBody>
      </p:sp>
      <p:cxnSp>
        <p:nvCxnSpPr>
          <p:cNvPr id="28" name="Straight Connector 27">
            <a:extLst>
              <a:ext uri="{FF2B5EF4-FFF2-40B4-BE49-F238E27FC236}">
                <a16:creationId xmlns:a16="http://schemas.microsoft.com/office/drawing/2014/main" id="{BED655D3-DD08-0176-B5A4-3DBE24E8E283}"/>
              </a:ext>
            </a:extLst>
          </p:cNvPr>
          <p:cNvCxnSpPr>
            <a:cxnSpLocks/>
          </p:cNvCxnSpPr>
          <p:nvPr/>
        </p:nvCxnSpPr>
        <p:spPr>
          <a:xfrm>
            <a:off x="7687469" y="1364935"/>
            <a:ext cx="31283" cy="4535873"/>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0F6C476-FB23-78B6-AD1B-93D3ADA252BC}"/>
              </a:ext>
            </a:extLst>
          </p:cNvPr>
          <p:cNvSpPr txBox="1"/>
          <p:nvPr/>
        </p:nvSpPr>
        <p:spPr>
          <a:xfrm>
            <a:off x="7727228" y="1416558"/>
            <a:ext cx="754324" cy="230832"/>
          </a:xfrm>
          <a:prstGeom prst="rect">
            <a:avLst/>
          </a:prstGeom>
          <a:noFill/>
        </p:spPr>
        <p:txBody>
          <a:bodyPr wrap="square">
            <a:spAutoFit/>
          </a:bodyPr>
          <a:lstStyle/>
          <a:p>
            <a:r>
              <a:rPr lang="en-US" sz="900" b="1" dirty="0">
                <a:latin typeface="+mj-lt"/>
              </a:rPr>
              <a:t>WEEK 9</a:t>
            </a:r>
            <a:endParaRPr lang="en-US" sz="900" dirty="0">
              <a:latin typeface="+mj-lt"/>
            </a:endParaRPr>
          </a:p>
        </p:txBody>
      </p:sp>
      <p:cxnSp>
        <p:nvCxnSpPr>
          <p:cNvPr id="16" name="Straight Connector 15">
            <a:extLst>
              <a:ext uri="{FF2B5EF4-FFF2-40B4-BE49-F238E27FC236}">
                <a16:creationId xmlns:a16="http://schemas.microsoft.com/office/drawing/2014/main" id="{0617CBEC-FA2B-26E6-98FD-787E14379FE3}"/>
              </a:ext>
            </a:extLst>
          </p:cNvPr>
          <p:cNvCxnSpPr>
            <a:cxnSpLocks/>
          </p:cNvCxnSpPr>
          <p:nvPr/>
        </p:nvCxnSpPr>
        <p:spPr>
          <a:xfrm>
            <a:off x="8480616" y="1344379"/>
            <a:ext cx="31176" cy="4520393"/>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B85BAD3-5544-F409-A654-6422CEB1BD61}"/>
              </a:ext>
            </a:extLst>
          </p:cNvPr>
          <p:cNvSpPr txBox="1"/>
          <p:nvPr/>
        </p:nvSpPr>
        <p:spPr>
          <a:xfrm>
            <a:off x="8510856" y="1415862"/>
            <a:ext cx="754324" cy="230832"/>
          </a:xfrm>
          <a:prstGeom prst="rect">
            <a:avLst/>
          </a:prstGeom>
          <a:noFill/>
        </p:spPr>
        <p:txBody>
          <a:bodyPr wrap="square">
            <a:spAutoFit/>
          </a:bodyPr>
          <a:lstStyle/>
          <a:p>
            <a:r>
              <a:rPr lang="en-US" sz="900" b="1" dirty="0">
                <a:latin typeface="+mj-lt"/>
              </a:rPr>
              <a:t>WEEK 10</a:t>
            </a:r>
            <a:endParaRPr lang="en-US" sz="900" dirty="0">
              <a:latin typeface="+mj-lt"/>
            </a:endParaRPr>
          </a:p>
        </p:txBody>
      </p:sp>
      <p:cxnSp>
        <p:nvCxnSpPr>
          <p:cNvPr id="32" name="Straight Connector 31">
            <a:extLst>
              <a:ext uri="{FF2B5EF4-FFF2-40B4-BE49-F238E27FC236}">
                <a16:creationId xmlns:a16="http://schemas.microsoft.com/office/drawing/2014/main" id="{1FF32640-267E-E7E2-9D25-34E41EF7FCE0}"/>
              </a:ext>
            </a:extLst>
          </p:cNvPr>
          <p:cNvCxnSpPr>
            <a:cxnSpLocks/>
          </p:cNvCxnSpPr>
          <p:nvPr/>
        </p:nvCxnSpPr>
        <p:spPr>
          <a:xfrm>
            <a:off x="9332643" y="1364935"/>
            <a:ext cx="31283" cy="4535873"/>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E2737DD-D061-FD64-C71A-9704BFF9236B}"/>
              </a:ext>
            </a:extLst>
          </p:cNvPr>
          <p:cNvSpPr txBox="1"/>
          <p:nvPr/>
        </p:nvSpPr>
        <p:spPr>
          <a:xfrm>
            <a:off x="9389985" y="1413207"/>
            <a:ext cx="754324" cy="230832"/>
          </a:xfrm>
          <a:prstGeom prst="rect">
            <a:avLst/>
          </a:prstGeom>
          <a:noFill/>
        </p:spPr>
        <p:txBody>
          <a:bodyPr wrap="square">
            <a:spAutoFit/>
          </a:bodyPr>
          <a:lstStyle/>
          <a:p>
            <a:r>
              <a:rPr lang="en-US" sz="900" b="1">
                <a:latin typeface="+mj-lt"/>
              </a:rPr>
              <a:t>WEEK 11</a:t>
            </a:r>
            <a:endParaRPr lang="en-US" sz="900">
              <a:latin typeface="+mj-lt"/>
            </a:endParaRPr>
          </a:p>
        </p:txBody>
      </p:sp>
      <p:sp>
        <p:nvSpPr>
          <p:cNvPr id="24" name="Rounded Rectangle 95">
            <a:extLst>
              <a:ext uri="{FF2B5EF4-FFF2-40B4-BE49-F238E27FC236}">
                <a16:creationId xmlns:a16="http://schemas.microsoft.com/office/drawing/2014/main" id="{ADF75971-39A5-5D1B-E215-F4698F02F65C}"/>
              </a:ext>
            </a:extLst>
          </p:cNvPr>
          <p:cNvSpPr/>
          <p:nvPr/>
        </p:nvSpPr>
        <p:spPr>
          <a:xfrm>
            <a:off x="886539" y="2620491"/>
            <a:ext cx="2356647" cy="230832"/>
          </a:xfrm>
          <a:prstGeom prst="roundRect">
            <a:avLst>
              <a:gd name="adj" fmla="val 50000"/>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a:latin typeface="+mj-lt"/>
              </a:rPr>
              <a:t>Functional Spec</a:t>
            </a:r>
            <a:endParaRPr lang="id-ID" sz="800">
              <a:latin typeface="+mj-lt"/>
            </a:endParaRPr>
          </a:p>
        </p:txBody>
      </p:sp>
      <p:sp>
        <p:nvSpPr>
          <p:cNvPr id="25" name="Rounded Rectangle 111">
            <a:extLst>
              <a:ext uri="{FF2B5EF4-FFF2-40B4-BE49-F238E27FC236}">
                <a16:creationId xmlns:a16="http://schemas.microsoft.com/office/drawing/2014/main" id="{D1F23360-3C37-00A4-F92B-ADAEEF24D976}"/>
              </a:ext>
            </a:extLst>
          </p:cNvPr>
          <p:cNvSpPr/>
          <p:nvPr/>
        </p:nvSpPr>
        <p:spPr>
          <a:xfrm>
            <a:off x="8480616" y="3987369"/>
            <a:ext cx="839609"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a:latin typeface="+mj-lt"/>
              </a:rPr>
              <a:t>Stabilization</a:t>
            </a:r>
            <a:endParaRPr lang="id-ID" sz="800" dirty="0">
              <a:latin typeface="+mj-lt"/>
            </a:endParaRPr>
          </a:p>
        </p:txBody>
      </p:sp>
      <p:sp>
        <p:nvSpPr>
          <p:cNvPr id="14" name="Rounded Rectangle 111">
            <a:extLst>
              <a:ext uri="{FF2B5EF4-FFF2-40B4-BE49-F238E27FC236}">
                <a16:creationId xmlns:a16="http://schemas.microsoft.com/office/drawing/2014/main" id="{659989D8-7698-D0F4-9450-1E0FBF09E327}"/>
              </a:ext>
            </a:extLst>
          </p:cNvPr>
          <p:cNvSpPr/>
          <p:nvPr/>
        </p:nvSpPr>
        <p:spPr>
          <a:xfrm>
            <a:off x="2109824" y="3046320"/>
            <a:ext cx="1118627"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dirty="0">
                <a:latin typeface="+mj-lt"/>
              </a:rPr>
              <a:t>Shift AI Migration</a:t>
            </a:r>
            <a:endParaRPr lang="id-ID" sz="800" dirty="0">
              <a:latin typeface="+mj-lt"/>
            </a:endParaRPr>
          </a:p>
        </p:txBody>
      </p:sp>
      <p:sp>
        <p:nvSpPr>
          <p:cNvPr id="9" name="Rounded Rectangle 111">
            <a:extLst>
              <a:ext uri="{FF2B5EF4-FFF2-40B4-BE49-F238E27FC236}">
                <a16:creationId xmlns:a16="http://schemas.microsoft.com/office/drawing/2014/main" id="{686FA4FF-6D04-BBED-DB3E-E14751118B0B}"/>
              </a:ext>
            </a:extLst>
          </p:cNvPr>
          <p:cNvSpPr/>
          <p:nvPr/>
        </p:nvSpPr>
        <p:spPr>
          <a:xfrm>
            <a:off x="3202433" y="3656424"/>
            <a:ext cx="5317941"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a:latin typeface="+mj-lt"/>
              </a:rPr>
              <a:t>Testing </a:t>
            </a:r>
            <a:endParaRPr lang="id-ID" sz="800">
              <a:latin typeface="+mj-lt"/>
            </a:endParaRPr>
          </a:p>
        </p:txBody>
      </p:sp>
      <p:cxnSp>
        <p:nvCxnSpPr>
          <p:cNvPr id="37" name="Straight Connector 36">
            <a:extLst>
              <a:ext uri="{FF2B5EF4-FFF2-40B4-BE49-F238E27FC236}">
                <a16:creationId xmlns:a16="http://schemas.microsoft.com/office/drawing/2014/main" id="{A227A9E8-789A-9E35-848B-75F64709AAB2}"/>
              </a:ext>
            </a:extLst>
          </p:cNvPr>
          <p:cNvCxnSpPr>
            <a:cxnSpLocks/>
          </p:cNvCxnSpPr>
          <p:nvPr/>
        </p:nvCxnSpPr>
        <p:spPr>
          <a:xfrm>
            <a:off x="10150208" y="1364935"/>
            <a:ext cx="31034" cy="4499837"/>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7E0562D-8AA0-FCBF-4BCC-1D5326885A94}"/>
              </a:ext>
            </a:extLst>
          </p:cNvPr>
          <p:cNvSpPr txBox="1"/>
          <p:nvPr/>
        </p:nvSpPr>
        <p:spPr>
          <a:xfrm>
            <a:off x="10188958" y="1403543"/>
            <a:ext cx="754324" cy="230832"/>
          </a:xfrm>
          <a:prstGeom prst="rect">
            <a:avLst/>
          </a:prstGeom>
          <a:noFill/>
        </p:spPr>
        <p:txBody>
          <a:bodyPr wrap="square">
            <a:spAutoFit/>
          </a:bodyPr>
          <a:lstStyle/>
          <a:p>
            <a:r>
              <a:rPr lang="en-US" sz="900" b="1" dirty="0">
                <a:latin typeface="+mj-lt"/>
              </a:rPr>
              <a:t>WEEK 12</a:t>
            </a:r>
            <a:endParaRPr lang="en-US" sz="900" dirty="0">
              <a:latin typeface="+mj-lt"/>
            </a:endParaRPr>
          </a:p>
        </p:txBody>
      </p:sp>
      <p:grpSp>
        <p:nvGrpSpPr>
          <p:cNvPr id="36" name="Group 35">
            <a:extLst>
              <a:ext uri="{FF2B5EF4-FFF2-40B4-BE49-F238E27FC236}">
                <a16:creationId xmlns:a16="http://schemas.microsoft.com/office/drawing/2014/main" id="{3C422ADF-31C7-CD28-4698-D0EF1253B2CE}"/>
              </a:ext>
            </a:extLst>
          </p:cNvPr>
          <p:cNvGrpSpPr/>
          <p:nvPr/>
        </p:nvGrpSpPr>
        <p:grpSpPr>
          <a:xfrm>
            <a:off x="7386633" y="4436568"/>
            <a:ext cx="4242534" cy="1156030"/>
            <a:chOff x="6059395" y="3768259"/>
            <a:chExt cx="4242534" cy="1156030"/>
          </a:xfrm>
        </p:grpSpPr>
        <p:sp>
          <p:nvSpPr>
            <p:cNvPr id="21" name="Right Brace 20">
              <a:extLst>
                <a:ext uri="{FF2B5EF4-FFF2-40B4-BE49-F238E27FC236}">
                  <a16:creationId xmlns:a16="http://schemas.microsoft.com/office/drawing/2014/main" id="{ADB28934-C3AC-6892-DEEA-58DB6D09CE25}"/>
                </a:ext>
              </a:extLst>
            </p:cNvPr>
            <p:cNvSpPr/>
            <p:nvPr/>
          </p:nvSpPr>
          <p:spPr>
            <a:xfrm rot="10800000">
              <a:off x="7089353" y="3768259"/>
              <a:ext cx="249910" cy="1156030"/>
            </a:xfrm>
            <a:prstGeom prst="rightBrace">
              <a:avLst>
                <a:gd name="adj1" fmla="val 50879"/>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2" name="TextBox 21">
              <a:extLst>
                <a:ext uri="{FF2B5EF4-FFF2-40B4-BE49-F238E27FC236}">
                  <a16:creationId xmlns:a16="http://schemas.microsoft.com/office/drawing/2014/main" id="{4D6B20F0-5FDF-0009-F5FB-B1DF8921F003}"/>
                </a:ext>
              </a:extLst>
            </p:cNvPr>
            <p:cNvSpPr txBox="1"/>
            <p:nvPr/>
          </p:nvSpPr>
          <p:spPr>
            <a:xfrm>
              <a:off x="6059395" y="4413628"/>
              <a:ext cx="1065822" cy="230832"/>
            </a:xfrm>
            <a:prstGeom prst="rect">
              <a:avLst/>
            </a:prstGeom>
            <a:noFill/>
          </p:spPr>
          <p:txBody>
            <a:bodyPr wrap="square" lIns="91440" tIns="45720" rIns="91440" bIns="45720" anchor="t">
              <a:spAutoFit/>
            </a:bodyPr>
            <a:lstStyle/>
            <a:p>
              <a:r>
                <a:rPr lang="en-US" sz="900" b="1">
                  <a:latin typeface="+mj-lt"/>
                </a:rPr>
                <a:t>UAT &amp; LAUNCH</a:t>
              </a:r>
              <a:endParaRPr lang="en-US" sz="900">
                <a:latin typeface="+mj-lt"/>
              </a:endParaRPr>
            </a:p>
          </p:txBody>
        </p:sp>
        <p:sp>
          <p:nvSpPr>
            <p:cNvPr id="12" name="Rounded Rectangle 130">
              <a:extLst>
                <a:ext uri="{FF2B5EF4-FFF2-40B4-BE49-F238E27FC236}">
                  <a16:creationId xmlns:a16="http://schemas.microsoft.com/office/drawing/2014/main" id="{60A6E4FF-03FB-3D9F-257C-BEB4FC80D4C9}"/>
                </a:ext>
              </a:extLst>
            </p:cNvPr>
            <p:cNvSpPr/>
            <p:nvPr/>
          </p:nvSpPr>
          <p:spPr>
            <a:xfrm>
              <a:off x="7426198" y="3834442"/>
              <a:ext cx="606786" cy="257851"/>
            </a:xfrm>
            <a:prstGeom prst="roundRect">
              <a:avLst>
                <a:gd name="adj" fmla="val 50000"/>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r>
                <a:rPr lang="en-US" sz="800">
                  <a:latin typeface="+mj-lt"/>
                </a:rPr>
                <a:t>Handoff</a:t>
              </a:r>
              <a:endParaRPr lang="id-ID" sz="800">
                <a:latin typeface="+mj-lt"/>
              </a:endParaRPr>
            </a:p>
          </p:txBody>
        </p:sp>
        <p:sp>
          <p:nvSpPr>
            <p:cNvPr id="11" name="Rounded Rectangle 130">
              <a:extLst>
                <a:ext uri="{FF2B5EF4-FFF2-40B4-BE49-F238E27FC236}">
                  <a16:creationId xmlns:a16="http://schemas.microsoft.com/office/drawing/2014/main" id="{B1923F64-35E9-2F6B-9BE5-C9E92D819DD1}"/>
                </a:ext>
              </a:extLst>
            </p:cNvPr>
            <p:cNvSpPr/>
            <p:nvPr/>
          </p:nvSpPr>
          <p:spPr>
            <a:xfrm>
              <a:off x="8009263" y="4110352"/>
              <a:ext cx="1607790" cy="230832"/>
            </a:xfrm>
            <a:prstGeom prst="roundRect">
              <a:avLst>
                <a:gd name="adj" fmla="val 50000"/>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r>
                <a:rPr lang="en-US" sz="800" dirty="0">
                  <a:latin typeface="+mj-lt"/>
                </a:rPr>
                <a:t>UAT Support</a:t>
              </a:r>
              <a:endParaRPr lang="id-ID" sz="800" dirty="0">
                <a:latin typeface="+mj-lt"/>
              </a:endParaRPr>
            </a:p>
          </p:txBody>
        </p:sp>
        <p:sp>
          <p:nvSpPr>
            <p:cNvPr id="33" name="Rounded Rectangle 130">
              <a:extLst>
                <a:ext uri="{FF2B5EF4-FFF2-40B4-BE49-F238E27FC236}">
                  <a16:creationId xmlns:a16="http://schemas.microsoft.com/office/drawing/2014/main" id="{D3816655-50B4-F51A-04B9-174F4610C8EF}"/>
                </a:ext>
              </a:extLst>
            </p:cNvPr>
            <p:cNvSpPr/>
            <p:nvPr/>
          </p:nvSpPr>
          <p:spPr>
            <a:xfrm>
              <a:off x="9650579" y="4389855"/>
              <a:ext cx="651350" cy="223517"/>
            </a:xfrm>
            <a:prstGeom prst="roundRect">
              <a:avLst>
                <a:gd name="adj" fmla="val 50000"/>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r>
                <a:rPr lang="en-US" sz="800" dirty="0">
                  <a:latin typeface="+mj-lt"/>
                </a:rPr>
                <a:t>Go-live</a:t>
              </a:r>
              <a:endParaRPr lang="id-ID" sz="800" dirty="0">
                <a:latin typeface="+mj-lt"/>
              </a:endParaRPr>
            </a:p>
          </p:txBody>
        </p:sp>
      </p:grpSp>
      <p:sp>
        <p:nvSpPr>
          <p:cNvPr id="55" name="Rounded Rectangle 111">
            <a:extLst>
              <a:ext uri="{FF2B5EF4-FFF2-40B4-BE49-F238E27FC236}">
                <a16:creationId xmlns:a16="http://schemas.microsoft.com/office/drawing/2014/main" id="{873581CE-0EDE-41E5-86AA-5AD5134B1C56}"/>
              </a:ext>
            </a:extLst>
          </p:cNvPr>
          <p:cNvSpPr/>
          <p:nvPr/>
        </p:nvSpPr>
        <p:spPr>
          <a:xfrm>
            <a:off x="2118632" y="3339320"/>
            <a:ext cx="6393160"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a:latin typeface="+mj-lt"/>
              </a:rPr>
              <a:t>Development </a:t>
            </a:r>
            <a:endParaRPr lang="id-ID" sz="800">
              <a:latin typeface="+mj-lt"/>
            </a:endParaRPr>
          </a:p>
        </p:txBody>
      </p:sp>
      <p:pic>
        <p:nvPicPr>
          <p:cNvPr id="167" name="Picture 166" descr="A black and white logo&#10;&#10;Description automatically generated">
            <a:extLst>
              <a:ext uri="{FF2B5EF4-FFF2-40B4-BE49-F238E27FC236}">
                <a16:creationId xmlns:a16="http://schemas.microsoft.com/office/drawing/2014/main" id="{48EEB138-7494-4A56-A7AB-87BD82273FA7}"/>
              </a:ext>
            </a:extLst>
          </p:cNvPr>
          <p:cNvPicPr>
            <a:picLocks noChangeAspect="1"/>
          </p:cNvPicPr>
          <p:nvPr/>
        </p:nvPicPr>
        <p:blipFill>
          <a:blip r:embed="rId3"/>
          <a:stretch>
            <a:fillRect/>
          </a:stretch>
        </p:blipFill>
        <p:spPr>
          <a:xfrm>
            <a:off x="270115" y="6444000"/>
            <a:ext cx="826134" cy="212434"/>
          </a:xfrm>
          <a:prstGeom prst="rect">
            <a:avLst/>
          </a:prstGeom>
        </p:spPr>
      </p:pic>
      <p:sp>
        <p:nvSpPr>
          <p:cNvPr id="182" name="Rounded Rectangle 111">
            <a:extLst>
              <a:ext uri="{FF2B5EF4-FFF2-40B4-BE49-F238E27FC236}">
                <a16:creationId xmlns:a16="http://schemas.microsoft.com/office/drawing/2014/main" id="{7E773018-D63D-404F-BBB0-ED4714EFE1B5}"/>
              </a:ext>
            </a:extLst>
          </p:cNvPr>
          <p:cNvSpPr/>
          <p:nvPr/>
        </p:nvSpPr>
        <p:spPr>
          <a:xfrm>
            <a:off x="4029237" y="3963147"/>
            <a:ext cx="1464248"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dirty="0">
                <a:latin typeface="+mj-lt"/>
              </a:rPr>
              <a:t>Search </a:t>
            </a:r>
            <a:r>
              <a:rPr lang="en-US" sz="800">
                <a:latin typeface="+mj-lt"/>
              </a:rPr>
              <a:t>Implementation </a:t>
            </a:r>
            <a:endParaRPr lang="id-ID" sz="800" dirty="0">
              <a:latin typeface="+mj-lt"/>
            </a:endParaRPr>
          </a:p>
        </p:txBody>
      </p:sp>
      <p:cxnSp>
        <p:nvCxnSpPr>
          <p:cNvPr id="42" name="Straight Connector 41">
            <a:extLst>
              <a:ext uri="{FF2B5EF4-FFF2-40B4-BE49-F238E27FC236}">
                <a16:creationId xmlns:a16="http://schemas.microsoft.com/office/drawing/2014/main" id="{66716A6D-5370-79BC-36B0-9119C977CA1C}"/>
              </a:ext>
            </a:extLst>
          </p:cNvPr>
          <p:cNvCxnSpPr>
            <a:cxnSpLocks/>
          </p:cNvCxnSpPr>
          <p:nvPr/>
        </p:nvCxnSpPr>
        <p:spPr>
          <a:xfrm>
            <a:off x="10927765" y="1364935"/>
            <a:ext cx="31034" cy="4499837"/>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83D69FF-BB11-8EA9-8F07-586EB8CAF511}"/>
              </a:ext>
            </a:extLst>
          </p:cNvPr>
          <p:cNvSpPr txBox="1"/>
          <p:nvPr/>
        </p:nvSpPr>
        <p:spPr>
          <a:xfrm>
            <a:off x="10967524" y="1395720"/>
            <a:ext cx="754324" cy="230832"/>
          </a:xfrm>
          <a:prstGeom prst="rect">
            <a:avLst/>
          </a:prstGeom>
          <a:noFill/>
        </p:spPr>
        <p:txBody>
          <a:bodyPr wrap="square">
            <a:spAutoFit/>
          </a:bodyPr>
          <a:lstStyle/>
          <a:p>
            <a:r>
              <a:rPr lang="en-US" sz="900" b="1" dirty="0">
                <a:latin typeface="+mj-lt"/>
              </a:rPr>
              <a:t>WEEK 13</a:t>
            </a:r>
            <a:endParaRPr lang="en-US" sz="900" dirty="0">
              <a:latin typeface="+mj-lt"/>
            </a:endParaRPr>
          </a:p>
        </p:txBody>
      </p:sp>
      <p:sp>
        <p:nvSpPr>
          <p:cNvPr id="7" name="Rounded Rectangle 111">
            <a:extLst>
              <a:ext uri="{FF2B5EF4-FFF2-40B4-BE49-F238E27FC236}">
                <a16:creationId xmlns:a16="http://schemas.microsoft.com/office/drawing/2014/main" id="{F0BFF9B0-25BD-5372-32F0-4C8F3FB57C79}"/>
              </a:ext>
            </a:extLst>
          </p:cNvPr>
          <p:cNvSpPr/>
          <p:nvPr/>
        </p:nvSpPr>
        <p:spPr>
          <a:xfrm>
            <a:off x="7485060" y="4003966"/>
            <a:ext cx="931531" cy="230995"/>
          </a:xfrm>
          <a:prstGeom prst="roundRect">
            <a:avLst>
              <a:gd name="adj" fmla="val 50000"/>
            </a:avLst>
          </a:prstGeom>
          <a:solidFill>
            <a:srgbClr val="5383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r>
              <a:rPr lang="en-US" sz="800" dirty="0">
                <a:latin typeface="+mj-lt"/>
              </a:rPr>
              <a:t>Documentation </a:t>
            </a:r>
            <a:endParaRPr lang="id-ID" sz="800" dirty="0">
              <a:latin typeface="+mj-lt"/>
            </a:endParaRPr>
          </a:p>
        </p:txBody>
      </p:sp>
      <p:sp>
        <p:nvSpPr>
          <p:cNvPr id="47" name="Rounded Rectangle 130">
            <a:extLst>
              <a:ext uri="{FF2B5EF4-FFF2-40B4-BE49-F238E27FC236}">
                <a16:creationId xmlns:a16="http://schemas.microsoft.com/office/drawing/2014/main" id="{DCB3DED4-D3B0-FCA4-EE4C-C86D0EA178A8}"/>
              </a:ext>
            </a:extLst>
          </p:cNvPr>
          <p:cNvSpPr/>
          <p:nvPr/>
        </p:nvSpPr>
        <p:spPr>
          <a:xfrm>
            <a:off x="8753291" y="5122955"/>
            <a:ext cx="620707" cy="230832"/>
          </a:xfrm>
          <a:prstGeom prst="roundRect">
            <a:avLst>
              <a:gd name="adj" fmla="val 50000"/>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r>
              <a:rPr lang="en-US" sz="800" dirty="0">
                <a:latin typeface="+mj-lt"/>
              </a:rPr>
              <a:t>Training</a:t>
            </a:r>
            <a:endParaRPr lang="id-ID" sz="800" dirty="0">
              <a:latin typeface="+mj-lt"/>
            </a:endParaRPr>
          </a:p>
        </p:txBody>
      </p:sp>
    </p:spTree>
    <p:extLst>
      <p:ext uri="{BB962C8B-B14F-4D97-AF65-F5344CB8AC3E}">
        <p14:creationId xmlns:p14="http://schemas.microsoft.com/office/powerpoint/2010/main" val="881217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516BB-8161-43F2-88E6-2ADC2055AAA0}"/>
              </a:ext>
            </a:extLst>
          </p:cNvPr>
          <p:cNvSpPr>
            <a:spLocks noGrp="1"/>
          </p:cNvSpPr>
          <p:nvPr>
            <p:ph type="sldNum" sz="quarter" idx="4"/>
          </p:nvPr>
        </p:nvSpPr>
        <p:spPr>
          <a:xfrm>
            <a:off x="11475720" y="6419884"/>
            <a:ext cx="514670" cy="249911"/>
          </a:xfrm>
          <a:prstGeom prst="rect">
            <a:avLst/>
          </a:prstGeom>
        </p:spPr>
        <p:txBody>
          <a:bodyPr vert="horz" lIns="91440" tIns="45720" rIns="91440" bIns="45720" rtlCol="0" anchor="ctr"/>
          <a:lstStyle>
            <a:defPPr>
              <a:defRPr lang="en-US"/>
            </a:defPPr>
            <a:lvl1pPr marL="0" algn="r" defTabSz="914400" rtl="0" eaLnBrk="1" latinLnBrk="0" hangingPunct="1">
              <a:defRPr sz="900" b="1" i="0" kern="1200">
                <a:solidFill>
                  <a:srgbClr val="2E2E2E"/>
                </a:solidFill>
                <a:latin typeface="Avenir Next LT Pro" panose="020B0504020202020204"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AA9A6D5-6075-4912-8295-34659A3829C4}" type="slidenum">
              <a:rPr lang="en-US" smtClean="0"/>
              <a:pPr/>
              <a:t>17</a:t>
            </a:fld>
            <a:endParaRPr lang="en-US"/>
          </a:p>
        </p:txBody>
      </p:sp>
      <p:sp>
        <p:nvSpPr>
          <p:cNvPr id="36" name="Rectangle 35">
            <a:extLst>
              <a:ext uri="{FF2B5EF4-FFF2-40B4-BE49-F238E27FC236}">
                <a16:creationId xmlns:a16="http://schemas.microsoft.com/office/drawing/2014/main" id="{652B42FC-2BC2-020B-C933-8E83519FE61B}"/>
              </a:ext>
            </a:extLst>
          </p:cNvPr>
          <p:cNvSpPr/>
          <p:nvPr/>
        </p:nvSpPr>
        <p:spPr>
          <a:xfrm>
            <a:off x="7276944" y="1956409"/>
            <a:ext cx="1188720" cy="645256"/>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PM</a:t>
            </a:r>
          </a:p>
        </p:txBody>
      </p:sp>
      <p:sp>
        <p:nvSpPr>
          <p:cNvPr id="38" name="TextBox 5">
            <a:extLst>
              <a:ext uri="{FF2B5EF4-FFF2-40B4-BE49-F238E27FC236}">
                <a16:creationId xmlns:a16="http://schemas.microsoft.com/office/drawing/2014/main" id="{5476E1D6-445A-8C43-EF17-171A350DA131}"/>
              </a:ext>
            </a:extLst>
          </p:cNvPr>
          <p:cNvSpPr txBox="1"/>
          <p:nvPr/>
        </p:nvSpPr>
        <p:spPr>
          <a:xfrm>
            <a:off x="847499" y="1092381"/>
            <a:ext cx="1595795" cy="58477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en-US" sz="1600" b="1" dirty="0">
                <a:solidFill>
                  <a:prstClr val="black"/>
                </a:solidFill>
                <a:cs typeface="Poppins"/>
              </a:rPr>
              <a:t>Lattice Marketing</a:t>
            </a:r>
            <a:endParaRPr kumimoji="0" lang="en-US" sz="1600" b="1" i="0" u="none" strike="noStrike" kern="1200" cap="none" spc="0" normalizeH="0" baseline="0" noProof="0" dirty="0">
              <a:ln>
                <a:noFill/>
              </a:ln>
              <a:solidFill>
                <a:prstClr val="black"/>
              </a:solidFill>
              <a:effectLst/>
              <a:uLnTx/>
              <a:uFillTx/>
              <a:ea typeface="+mn-ea"/>
              <a:cs typeface="Poppins"/>
            </a:endParaRPr>
          </a:p>
        </p:txBody>
      </p:sp>
      <p:sp>
        <p:nvSpPr>
          <p:cNvPr id="39" name="TextBox 6">
            <a:extLst>
              <a:ext uri="{FF2B5EF4-FFF2-40B4-BE49-F238E27FC236}">
                <a16:creationId xmlns:a16="http://schemas.microsoft.com/office/drawing/2014/main" id="{ED11724E-9674-E343-099F-C594576167BD}"/>
              </a:ext>
            </a:extLst>
          </p:cNvPr>
          <p:cNvSpPr txBox="1"/>
          <p:nvPr/>
        </p:nvSpPr>
        <p:spPr>
          <a:xfrm>
            <a:off x="7208056" y="1338828"/>
            <a:ext cx="1470825"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prstClr val="black"/>
                </a:solidFill>
                <a:effectLst/>
                <a:uLnTx/>
                <a:uFillTx/>
                <a:ea typeface="+mn-ea"/>
                <a:cs typeface="Poppins" panose="00000500000000000000" pitchFamily="2" charset="0"/>
              </a:rPr>
              <a:t>Zont</a:t>
            </a:r>
            <a:r>
              <a:rPr kumimoji="0" lang="en-US" sz="1600" b="1" i="0" u="none" strike="noStrike" kern="1200" cap="none" spc="0" normalizeH="0" baseline="0" noProof="0" dirty="0">
                <a:ln>
                  <a:noFill/>
                </a:ln>
                <a:solidFill>
                  <a:prstClr val="black"/>
                </a:solidFill>
                <a:effectLst/>
                <a:uLnTx/>
                <a:uFillTx/>
                <a:ea typeface="+mn-ea"/>
                <a:cs typeface="Poppins" panose="00000500000000000000" pitchFamily="2" charset="0"/>
              </a:rPr>
              <a:t> Digital</a:t>
            </a:r>
          </a:p>
        </p:txBody>
      </p:sp>
      <p:sp>
        <p:nvSpPr>
          <p:cNvPr id="44" name="Rectangle 43">
            <a:extLst>
              <a:ext uri="{FF2B5EF4-FFF2-40B4-BE49-F238E27FC236}">
                <a16:creationId xmlns:a16="http://schemas.microsoft.com/office/drawing/2014/main" id="{EDE68DFB-A823-E020-5BDC-BB04CA576464}"/>
              </a:ext>
            </a:extLst>
          </p:cNvPr>
          <p:cNvSpPr/>
          <p:nvPr/>
        </p:nvSpPr>
        <p:spPr>
          <a:xfrm>
            <a:off x="9297650" y="1853043"/>
            <a:ext cx="1842822" cy="19627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ea typeface="+mn-ea"/>
                <a:cs typeface="Poppins" panose="00000500000000000000" pitchFamily="2" charset="0"/>
              </a:rPr>
              <a:t>Oversight Team</a:t>
            </a:r>
          </a:p>
        </p:txBody>
      </p:sp>
      <p:sp>
        <p:nvSpPr>
          <p:cNvPr id="45" name="Rectangle 44">
            <a:extLst>
              <a:ext uri="{FF2B5EF4-FFF2-40B4-BE49-F238E27FC236}">
                <a16:creationId xmlns:a16="http://schemas.microsoft.com/office/drawing/2014/main" id="{ECE82412-9753-A793-E541-E8FDF530E2D3}"/>
              </a:ext>
            </a:extLst>
          </p:cNvPr>
          <p:cNvSpPr/>
          <p:nvPr/>
        </p:nvSpPr>
        <p:spPr>
          <a:xfrm>
            <a:off x="9623070" y="2052139"/>
            <a:ext cx="1369394" cy="827392"/>
          </a:xfrm>
          <a:prstGeom prst="rect">
            <a:avLst/>
          </a:prstGeom>
          <a:solidFill>
            <a:srgbClr val="53832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Poppins"/>
              </a:rPr>
              <a:t>Engagement Lead, Governance </a:t>
            </a:r>
          </a:p>
        </p:txBody>
      </p:sp>
      <p:sp>
        <p:nvSpPr>
          <p:cNvPr id="46" name="Rectangle 45">
            <a:extLst>
              <a:ext uri="{FF2B5EF4-FFF2-40B4-BE49-F238E27FC236}">
                <a16:creationId xmlns:a16="http://schemas.microsoft.com/office/drawing/2014/main" id="{AC33C795-5FFB-C875-8083-0EEBEA9A359A}"/>
              </a:ext>
            </a:extLst>
          </p:cNvPr>
          <p:cNvSpPr/>
          <p:nvPr/>
        </p:nvSpPr>
        <p:spPr>
          <a:xfrm>
            <a:off x="9623070" y="2966378"/>
            <a:ext cx="1369394" cy="677539"/>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Delivery Governance</a:t>
            </a:r>
          </a:p>
        </p:txBody>
      </p:sp>
      <p:sp>
        <p:nvSpPr>
          <p:cNvPr id="52" name="Rectangle 51">
            <a:extLst>
              <a:ext uri="{FF2B5EF4-FFF2-40B4-BE49-F238E27FC236}">
                <a16:creationId xmlns:a16="http://schemas.microsoft.com/office/drawing/2014/main" id="{FA304A87-6AFE-7A2C-116C-7FD0849AF203}"/>
              </a:ext>
            </a:extLst>
          </p:cNvPr>
          <p:cNvSpPr/>
          <p:nvPr/>
        </p:nvSpPr>
        <p:spPr>
          <a:xfrm>
            <a:off x="7315577" y="3189298"/>
            <a:ext cx="1111837" cy="636241"/>
          </a:xfrm>
          <a:prstGeom prst="rect">
            <a:avLst/>
          </a:prstGeom>
          <a:solidFill>
            <a:srgbClr val="53832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890" tIns="8890" rIns="8890" bIns="8890" numCol="1" spcCol="127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22300">
              <a:lnSpc>
                <a:spcPct val="90000"/>
              </a:lnSpc>
              <a:spcBef>
                <a:spcPct val="0"/>
              </a:spcBef>
              <a:spcAft>
                <a:spcPct val="35000"/>
              </a:spcAft>
              <a:defRPr/>
            </a:pPr>
            <a:r>
              <a:rPr lang="en-US" sz="1200" dirty="0">
                <a:solidFill>
                  <a:schemeClr val="bg1"/>
                </a:solidFill>
                <a:cs typeface="Poppins"/>
              </a:rPr>
              <a:t>Architect</a:t>
            </a:r>
          </a:p>
        </p:txBody>
      </p:sp>
      <p:sp>
        <p:nvSpPr>
          <p:cNvPr id="5" name="Rectangle 4">
            <a:extLst>
              <a:ext uri="{FF2B5EF4-FFF2-40B4-BE49-F238E27FC236}">
                <a16:creationId xmlns:a16="http://schemas.microsoft.com/office/drawing/2014/main" id="{4C85A6EE-509C-E0F7-B38E-090DE40C58E5}"/>
              </a:ext>
            </a:extLst>
          </p:cNvPr>
          <p:cNvSpPr/>
          <p:nvPr/>
        </p:nvSpPr>
        <p:spPr>
          <a:xfrm>
            <a:off x="6652138" y="4225527"/>
            <a:ext cx="1111836" cy="67097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Frontend </a:t>
            </a:r>
          </a:p>
          <a:p>
            <a:pPr algn="ctr"/>
            <a:r>
              <a:rPr lang="en-US" sz="1200" dirty="0">
                <a:latin typeface="+mj-lt"/>
              </a:rPr>
              <a:t>Developer</a:t>
            </a:r>
          </a:p>
        </p:txBody>
      </p:sp>
      <p:sp>
        <p:nvSpPr>
          <p:cNvPr id="8" name="Rectangle 7">
            <a:extLst>
              <a:ext uri="{FF2B5EF4-FFF2-40B4-BE49-F238E27FC236}">
                <a16:creationId xmlns:a16="http://schemas.microsoft.com/office/drawing/2014/main" id="{85552A8B-530E-2199-4C69-57F00391EBFE}"/>
              </a:ext>
            </a:extLst>
          </p:cNvPr>
          <p:cNvSpPr/>
          <p:nvPr/>
        </p:nvSpPr>
        <p:spPr>
          <a:xfrm>
            <a:off x="5927482" y="3165934"/>
            <a:ext cx="1111836" cy="659605"/>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Tester</a:t>
            </a:r>
          </a:p>
        </p:txBody>
      </p:sp>
      <p:sp>
        <p:nvSpPr>
          <p:cNvPr id="18" name="Rectangle 17">
            <a:extLst>
              <a:ext uri="{FF2B5EF4-FFF2-40B4-BE49-F238E27FC236}">
                <a16:creationId xmlns:a16="http://schemas.microsoft.com/office/drawing/2014/main" id="{AE07AC2F-D1B5-9825-14F0-95A137150ED7}"/>
              </a:ext>
            </a:extLst>
          </p:cNvPr>
          <p:cNvSpPr/>
          <p:nvPr/>
        </p:nvSpPr>
        <p:spPr>
          <a:xfrm>
            <a:off x="8803141" y="6407777"/>
            <a:ext cx="264222" cy="257909"/>
          </a:xfrm>
          <a:prstGeom prst="rect">
            <a:avLst/>
          </a:prstGeom>
          <a:solidFill>
            <a:srgbClr val="53832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685800"/>
            <a:endParaRPr lang="en-US" sz="1200">
              <a:solidFill>
                <a:prstClr val="white"/>
              </a:solidFill>
              <a:cs typeface="Poppins"/>
            </a:endParaRPr>
          </a:p>
        </p:txBody>
      </p:sp>
      <p:sp>
        <p:nvSpPr>
          <p:cNvPr id="20" name="Rectangle 19">
            <a:extLst>
              <a:ext uri="{FF2B5EF4-FFF2-40B4-BE49-F238E27FC236}">
                <a16:creationId xmlns:a16="http://schemas.microsoft.com/office/drawing/2014/main" id="{30D04A6A-828C-68EC-1E46-835EE839CD0D}"/>
              </a:ext>
            </a:extLst>
          </p:cNvPr>
          <p:cNvSpPr/>
          <p:nvPr/>
        </p:nvSpPr>
        <p:spPr>
          <a:xfrm>
            <a:off x="10076417" y="6427442"/>
            <a:ext cx="264222" cy="257909"/>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p>
            <a:pPr algn="ctr"/>
            <a:endParaRPr lang="en-US" sz="1200">
              <a:latin typeface="+mj-lt"/>
            </a:endParaRPr>
          </a:p>
        </p:txBody>
      </p:sp>
      <p:sp>
        <p:nvSpPr>
          <p:cNvPr id="22" name="TextBox 21">
            <a:extLst>
              <a:ext uri="{FF2B5EF4-FFF2-40B4-BE49-F238E27FC236}">
                <a16:creationId xmlns:a16="http://schemas.microsoft.com/office/drawing/2014/main" id="{7214DDF0-56CA-B3C7-EE5B-CC4B55180FE6}"/>
              </a:ext>
            </a:extLst>
          </p:cNvPr>
          <p:cNvSpPr txBox="1"/>
          <p:nvPr/>
        </p:nvSpPr>
        <p:spPr>
          <a:xfrm>
            <a:off x="9082113" y="6414964"/>
            <a:ext cx="811161" cy="276999"/>
          </a:xfrm>
          <a:prstGeom prst="rect">
            <a:avLst/>
          </a:prstGeom>
          <a:noFill/>
        </p:spPr>
        <p:txBody>
          <a:bodyPr wrap="square" rtlCol="0">
            <a:spAutoFit/>
          </a:bodyPr>
          <a:lstStyle/>
          <a:p>
            <a:r>
              <a:rPr lang="en-US" sz="1200"/>
              <a:t>USA</a:t>
            </a:r>
          </a:p>
        </p:txBody>
      </p:sp>
      <p:sp>
        <p:nvSpPr>
          <p:cNvPr id="24" name="TextBox 23">
            <a:extLst>
              <a:ext uri="{FF2B5EF4-FFF2-40B4-BE49-F238E27FC236}">
                <a16:creationId xmlns:a16="http://schemas.microsoft.com/office/drawing/2014/main" id="{1E8E211C-7289-1382-0FC7-DB1BC45917B1}"/>
              </a:ext>
            </a:extLst>
          </p:cNvPr>
          <p:cNvSpPr txBox="1"/>
          <p:nvPr/>
        </p:nvSpPr>
        <p:spPr>
          <a:xfrm>
            <a:off x="10399639" y="6419884"/>
            <a:ext cx="811161" cy="276999"/>
          </a:xfrm>
          <a:prstGeom prst="rect">
            <a:avLst/>
          </a:prstGeom>
          <a:noFill/>
        </p:spPr>
        <p:txBody>
          <a:bodyPr wrap="square" rtlCol="0">
            <a:spAutoFit/>
          </a:bodyPr>
          <a:lstStyle/>
          <a:p>
            <a:r>
              <a:rPr lang="en-US" sz="1200"/>
              <a:t>Latvia</a:t>
            </a:r>
          </a:p>
        </p:txBody>
      </p:sp>
      <p:cxnSp>
        <p:nvCxnSpPr>
          <p:cNvPr id="15" name="Connector: Elbow 14">
            <a:extLst>
              <a:ext uri="{FF2B5EF4-FFF2-40B4-BE49-F238E27FC236}">
                <a16:creationId xmlns:a16="http://schemas.microsoft.com/office/drawing/2014/main" id="{4903E451-3677-72F1-0C0A-C10217F6DA01}"/>
              </a:ext>
            </a:extLst>
          </p:cNvPr>
          <p:cNvCxnSpPr>
            <a:cxnSpLocks/>
            <a:stCxn id="52" idx="0"/>
            <a:endCxn id="36" idx="2"/>
          </p:cNvCxnSpPr>
          <p:nvPr/>
        </p:nvCxnSpPr>
        <p:spPr>
          <a:xfrm rot="16200000" flipV="1">
            <a:off x="7577584" y="2895386"/>
            <a:ext cx="587633" cy="19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F5C2E32-0425-0BB3-3809-E3FEBA4DC3E1}"/>
              </a:ext>
            </a:extLst>
          </p:cNvPr>
          <p:cNvSpPr/>
          <p:nvPr/>
        </p:nvSpPr>
        <p:spPr>
          <a:xfrm>
            <a:off x="4713006" y="3165934"/>
            <a:ext cx="1114324" cy="67097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Business Analyst</a:t>
            </a:r>
          </a:p>
        </p:txBody>
      </p:sp>
      <p:cxnSp>
        <p:nvCxnSpPr>
          <p:cNvPr id="58" name="Connector: Elbow 57">
            <a:extLst>
              <a:ext uri="{FF2B5EF4-FFF2-40B4-BE49-F238E27FC236}">
                <a16:creationId xmlns:a16="http://schemas.microsoft.com/office/drawing/2014/main" id="{1CCE6537-C20A-0153-FFE2-2B5F8195EC52}"/>
              </a:ext>
            </a:extLst>
          </p:cNvPr>
          <p:cNvCxnSpPr>
            <a:cxnSpLocks/>
            <a:stCxn id="63" idx="0"/>
            <a:endCxn id="52" idx="2"/>
          </p:cNvCxnSpPr>
          <p:nvPr/>
        </p:nvCxnSpPr>
        <p:spPr>
          <a:xfrm rot="16200000" flipV="1">
            <a:off x="8033830" y="3663205"/>
            <a:ext cx="399988" cy="72465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1F1F8419-41BD-5A07-FEB5-683B9CE9EF98}"/>
              </a:ext>
            </a:extLst>
          </p:cNvPr>
          <p:cNvCxnSpPr>
            <a:cxnSpLocks/>
            <a:stCxn id="8" idx="0"/>
            <a:endCxn id="36" idx="2"/>
          </p:cNvCxnSpPr>
          <p:nvPr/>
        </p:nvCxnSpPr>
        <p:spPr>
          <a:xfrm rot="5400000" flipH="1" flipV="1">
            <a:off x="6895218" y="2189848"/>
            <a:ext cx="564269" cy="138790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F48BD2F3-9C7D-D0A2-E9EB-DA3EF4AF2AB6}"/>
              </a:ext>
            </a:extLst>
          </p:cNvPr>
          <p:cNvSpPr/>
          <p:nvPr/>
        </p:nvSpPr>
        <p:spPr>
          <a:xfrm>
            <a:off x="761215" y="3005403"/>
            <a:ext cx="1595795" cy="427029"/>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00" b="1" dirty="0" err="1">
                <a:solidFill>
                  <a:prstClr val="white"/>
                </a:solidFill>
                <a:latin typeface="Avenir Next LT Pro" panose="020B0504020202020204" pitchFamily="34" charset="0"/>
                <a:cs typeface="Poppins" panose="00000500000000000000" pitchFamily="2" charset="0"/>
              </a:rPr>
              <a:t>Abhranil</a:t>
            </a:r>
            <a:endParaRPr lang="en-US" sz="1000" b="1" dirty="0">
              <a:solidFill>
                <a:prstClr val="white"/>
              </a:solidFill>
              <a:latin typeface="Avenir Next LT Pro" panose="020B0504020202020204" pitchFamily="34" charset="0"/>
              <a:cs typeface="Poppins" panose="00000500000000000000" pitchFamily="2" charset="0"/>
            </a:endParaRPr>
          </a:p>
        </p:txBody>
      </p:sp>
      <p:sp>
        <p:nvSpPr>
          <p:cNvPr id="23" name="Rectangle 22">
            <a:extLst>
              <a:ext uri="{FF2B5EF4-FFF2-40B4-BE49-F238E27FC236}">
                <a16:creationId xmlns:a16="http://schemas.microsoft.com/office/drawing/2014/main" id="{5B38B73B-CB0D-4981-7B0D-65AB9A1B4AF8}"/>
              </a:ext>
            </a:extLst>
          </p:cNvPr>
          <p:cNvSpPr/>
          <p:nvPr/>
        </p:nvSpPr>
        <p:spPr>
          <a:xfrm>
            <a:off x="758999" y="3546348"/>
            <a:ext cx="1595795" cy="427029"/>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00" b="1" dirty="0">
                <a:solidFill>
                  <a:prstClr val="white"/>
                </a:solidFill>
                <a:latin typeface="Avenir Next LT Pro" panose="020B0504020202020204" pitchFamily="34" charset="0"/>
                <a:cs typeface="Poppins" panose="00000500000000000000" pitchFamily="2" charset="0"/>
              </a:rPr>
              <a:t>Sanyogita</a:t>
            </a:r>
          </a:p>
        </p:txBody>
      </p:sp>
      <p:sp>
        <p:nvSpPr>
          <p:cNvPr id="34" name="Rectangle 33">
            <a:extLst>
              <a:ext uri="{FF2B5EF4-FFF2-40B4-BE49-F238E27FC236}">
                <a16:creationId xmlns:a16="http://schemas.microsoft.com/office/drawing/2014/main" id="{8DFA0B3A-C847-2E53-DAC1-0D07DC9C91B4}"/>
              </a:ext>
            </a:extLst>
          </p:cNvPr>
          <p:cNvSpPr/>
          <p:nvPr/>
        </p:nvSpPr>
        <p:spPr>
          <a:xfrm>
            <a:off x="761215" y="1876251"/>
            <a:ext cx="1595795" cy="427029"/>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00" b="1" dirty="0">
                <a:solidFill>
                  <a:prstClr val="white"/>
                </a:solidFill>
                <a:latin typeface="Avenir Next LT Pro" panose="020B0504020202020204" pitchFamily="34" charset="0"/>
                <a:cs typeface="Poppins" panose="00000500000000000000" pitchFamily="2" charset="0"/>
              </a:rPr>
              <a:t>Gordon</a:t>
            </a:r>
          </a:p>
        </p:txBody>
      </p:sp>
      <p:sp>
        <p:nvSpPr>
          <p:cNvPr id="41" name="TextBox 5">
            <a:extLst>
              <a:ext uri="{FF2B5EF4-FFF2-40B4-BE49-F238E27FC236}">
                <a16:creationId xmlns:a16="http://schemas.microsoft.com/office/drawing/2014/main" id="{7DC5A547-FF76-E8CE-D7A9-01D7333FDAA8}"/>
              </a:ext>
            </a:extLst>
          </p:cNvPr>
          <p:cNvSpPr txBox="1"/>
          <p:nvPr/>
        </p:nvSpPr>
        <p:spPr>
          <a:xfrm>
            <a:off x="758999" y="2601665"/>
            <a:ext cx="1595795"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defRPr/>
            </a:pPr>
            <a:r>
              <a:rPr lang="en-US" sz="1600" b="1" dirty="0">
                <a:solidFill>
                  <a:prstClr val="black"/>
                </a:solidFill>
                <a:cs typeface="Poppins"/>
              </a:rPr>
              <a:t>Lattice IT</a:t>
            </a:r>
            <a:endParaRPr kumimoji="0" lang="en-US" sz="1600" b="1" i="0" u="none" strike="noStrike" kern="1200" cap="none" spc="0" normalizeH="0" baseline="0" noProof="0" dirty="0">
              <a:ln>
                <a:noFill/>
              </a:ln>
              <a:solidFill>
                <a:prstClr val="black"/>
              </a:solidFill>
              <a:effectLst/>
              <a:uLnTx/>
              <a:uFillTx/>
              <a:ea typeface="+mn-ea"/>
              <a:cs typeface="Poppins"/>
            </a:endParaRPr>
          </a:p>
        </p:txBody>
      </p:sp>
      <p:sp>
        <p:nvSpPr>
          <p:cNvPr id="47" name="Rectangle 46">
            <a:extLst>
              <a:ext uri="{FF2B5EF4-FFF2-40B4-BE49-F238E27FC236}">
                <a16:creationId xmlns:a16="http://schemas.microsoft.com/office/drawing/2014/main" id="{87E93F52-1266-F61E-83BC-34F7B6A89586}"/>
              </a:ext>
            </a:extLst>
          </p:cNvPr>
          <p:cNvSpPr/>
          <p:nvPr/>
        </p:nvSpPr>
        <p:spPr>
          <a:xfrm>
            <a:off x="758998" y="4081266"/>
            <a:ext cx="1595795" cy="427029"/>
          </a:xfrm>
          <a:prstGeom prst="rect">
            <a:avLst/>
          </a:pr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00" b="1" dirty="0">
                <a:solidFill>
                  <a:prstClr val="white"/>
                </a:solidFill>
                <a:latin typeface="Avenir Next LT Pro" panose="020B0504020202020204" pitchFamily="34" charset="0"/>
                <a:cs typeface="Poppins" panose="00000500000000000000" pitchFamily="2" charset="0"/>
              </a:rPr>
              <a:t>Praveen</a:t>
            </a:r>
          </a:p>
        </p:txBody>
      </p:sp>
      <p:pic>
        <p:nvPicPr>
          <p:cNvPr id="49" name="Picture 48">
            <a:extLst>
              <a:ext uri="{FF2B5EF4-FFF2-40B4-BE49-F238E27FC236}">
                <a16:creationId xmlns:a16="http://schemas.microsoft.com/office/drawing/2014/main" id="{BF1F40D0-68EE-D8FD-942E-9CD1E5A31790}"/>
              </a:ext>
            </a:extLst>
          </p:cNvPr>
          <p:cNvPicPr>
            <a:picLocks noChangeAspect="1"/>
          </p:cNvPicPr>
          <p:nvPr/>
        </p:nvPicPr>
        <p:blipFill>
          <a:blip r:embed="rId3"/>
          <a:stretch>
            <a:fillRect/>
          </a:stretch>
        </p:blipFill>
        <p:spPr>
          <a:xfrm>
            <a:off x="324614" y="6286246"/>
            <a:ext cx="873872" cy="315797"/>
          </a:xfrm>
          <a:prstGeom prst="rect">
            <a:avLst/>
          </a:prstGeom>
        </p:spPr>
      </p:pic>
      <p:sp>
        <p:nvSpPr>
          <p:cNvPr id="50" name="Title 1">
            <a:extLst>
              <a:ext uri="{FF2B5EF4-FFF2-40B4-BE49-F238E27FC236}">
                <a16:creationId xmlns:a16="http://schemas.microsoft.com/office/drawing/2014/main" id="{956CBBAC-18AF-0CCF-183A-1F06391408DB}"/>
              </a:ext>
            </a:extLst>
          </p:cNvPr>
          <p:cNvSpPr txBox="1">
            <a:spLocks/>
          </p:cNvSpPr>
          <p:nvPr/>
        </p:nvSpPr>
        <p:spPr>
          <a:xfrm>
            <a:off x="449732" y="274434"/>
            <a:ext cx="11117718" cy="33239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solidFill>
                  <a:schemeClr val="tx1"/>
                </a:solidFill>
                <a:latin typeface="Avenir Next LT Pro" panose="020B0504020202020204" pitchFamily="34" charset="0"/>
                <a:cs typeface="Arial" panose="020B0604020202020204" pitchFamily="34" charset="0"/>
              </a:rPr>
              <a:t>Our recommended team structure</a:t>
            </a:r>
          </a:p>
        </p:txBody>
      </p:sp>
      <p:cxnSp>
        <p:nvCxnSpPr>
          <p:cNvPr id="55" name="Connector: Elbow 54">
            <a:extLst>
              <a:ext uri="{FF2B5EF4-FFF2-40B4-BE49-F238E27FC236}">
                <a16:creationId xmlns:a16="http://schemas.microsoft.com/office/drawing/2014/main" id="{10F23403-FC62-E5B1-568D-2C347113ECE8}"/>
              </a:ext>
            </a:extLst>
          </p:cNvPr>
          <p:cNvCxnSpPr>
            <a:cxnSpLocks/>
            <a:stCxn id="33" idx="0"/>
            <a:endCxn id="36" idx="2"/>
          </p:cNvCxnSpPr>
          <p:nvPr/>
        </p:nvCxnSpPr>
        <p:spPr>
          <a:xfrm rot="5400000" flipH="1" flipV="1">
            <a:off x="6288602" y="1583232"/>
            <a:ext cx="564269" cy="260113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7D64BD11-007B-D5A0-6727-578C5A809D1B}"/>
              </a:ext>
            </a:extLst>
          </p:cNvPr>
          <p:cNvSpPr/>
          <p:nvPr/>
        </p:nvSpPr>
        <p:spPr>
          <a:xfrm>
            <a:off x="8040234" y="4225527"/>
            <a:ext cx="1111836" cy="67097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latin typeface="+mj-lt"/>
              </a:rPr>
              <a:t>Full-stack </a:t>
            </a:r>
          </a:p>
          <a:p>
            <a:pPr algn="ctr"/>
            <a:r>
              <a:rPr lang="en-US" sz="1200" dirty="0">
                <a:latin typeface="+mj-lt"/>
              </a:rPr>
              <a:t>Developer</a:t>
            </a:r>
          </a:p>
        </p:txBody>
      </p:sp>
      <p:cxnSp>
        <p:nvCxnSpPr>
          <p:cNvPr id="66" name="Connector: Elbow 65">
            <a:extLst>
              <a:ext uri="{FF2B5EF4-FFF2-40B4-BE49-F238E27FC236}">
                <a16:creationId xmlns:a16="http://schemas.microsoft.com/office/drawing/2014/main" id="{A6053E97-2D92-CA38-B377-94211D4C6F2F}"/>
              </a:ext>
            </a:extLst>
          </p:cNvPr>
          <p:cNvCxnSpPr>
            <a:cxnSpLocks/>
            <a:stCxn id="5" idx="0"/>
            <a:endCxn id="52" idx="2"/>
          </p:cNvCxnSpPr>
          <p:nvPr/>
        </p:nvCxnSpPr>
        <p:spPr>
          <a:xfrm rot="5400000" flipH="1" flipV="1">
            <a:off x="7339782" y="3693813"/>
            <a:ext cx="399988" cy="66344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0" name="Arrow: Left-Right 79">
            <a:extLst>
              <a:ext uri="{FF2B5EF4-FFF2-40B4-BE49-F238E27FC236}">
                <a16:creationId xmlns:a16="http://schemas.microsoft.com/office/drawing/2014/main" id="{59D4FEB1-09E7-060D-5C4D-D916A4E031FD}"/>
              </a:ext>
            </a:extLst>
          </p:cNvPr>
          <p:cNvSpPr/>
          <p:nvPr/>
        </p:nvSpPr>
        <p:spPr>
          <a:xfrm>
            <a:off x="2680214" y="3093511"/>
            <a:ext cx="1527748" cy="670978"/>
          </a:xfrm>
          <a:prstGeom prst="leftRightArrow">
            <a:avLst>
              <a:gd name="adj1" fmla="val 100000"/>
              <a:gd name="adj2"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3659878"/>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2EEEC-BBE7-4430-FAE4-728B948D3F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6237D2-B825-D94B-61DE-D88E4ECDE5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graphicFrame>
        <p:nvGraphicFramePr>
          <p:cNvPr id="3" name="Table 2">
            <a:extLst>
              <a:ext uri="{FF2B5EF4-FFF2-40B4-BE49-F238E27FC236}">
                <a16:creationId xmlns:a16="http://schemas.microsoft.com/office/drawing/2014/main" id="{658E6CBE-9859-3C5C-858B-A18291D30C49}"/>
              </a:ext>
            </a:extLst>
          </p:cNvPr>
          <p:cNvGraphicFramePr>
            <a:graphicFrameLocks noGrp="1"/>
          </p:cNvGraphicFramePr>
          <p:nvPr>
            <p:extLst>
              <p:ext uri="{D42A27DB-BD31-4B8C-83A1-F6EECF244321}">
                <p14:modId xmlns:p14="http://schemas.microsoft.com/office/powerpoint/2010/main" val="197694261"/>
              </p:ext>
            </p:extLst>
          </p:nvPr>
        </p:nvGraphicFramePr>
        <p:xfrm>
          <a:off x="558668" y="925292"/>
          <a:ext cx="11074664" cy="4409747"/>
        </p:xfrm>
        <a:graphic>
          <a:graphicData uri="http://schemas.openxmlformats.org/drawingml/2006/table">
            <a:tbl>
              <a:tblPr firstRow="1" bandRow="1">
                <a:tableStyleId>{5C22544A-7EE6-4342-B048-85BDC9FD1C3A}</a:tableStyleId>
              </a:tblPr>
              <a:tblGrid>
                <a:gridCol w="6302654">
                  <a:extLst>
                    <a:ext uri="{9D8B030D-6E8A-4147-A177-3AD203B41FA5}">
                      <a16:colId xmlns:a16="http://schemas.microsoft.com/office/drawing/2014/main" val="1998053243"/>
                    </a:ext>
                  </a:extLst>
                </a:gridCol>
                <a:gridCol w="2386005">
                  <a:extLst>
                    <a:ext uri="{9D8B030D-6E8A-4147-A177-3AD203B41FA5}">
                      <a16:colId xmlns:a16="http://schemas.microsoft.com/office/drawing/2014/main" val="4243924857"/>
                    </a:ext>
                  </a:extLst>
                </a:gridCol>
                <a:gridCol w="2386005">
                  <a:extLst>
                    <a:ext uri="{9D8B030D-6E8A-4147-A177-3AD203B41FA5}">
                      <a16:colId xmlns:a16="http://schemas.microsoft.com/office/drawing/2014/main" val="1206123950"/>
                    </a:ext>
                  </a:extLst>
                </a:gridCol>
              </a:tblGrid>
              <a:tr h="314844">
                <a:tc>
                  <a:txBody>
                    <a:bodyPr/>
                    <a:lstStyle/>
                    <a:p>
                      <a:pPr algn="ctr" fontAlgn="base">
                        <a:spcBef>
                          <a:spcPts val="600"/>
                        </a:spcBef>
                        <a:spcAft>
                          <a:spcPts val="600"/>
                        </a:spcAft>
                      </a:pPr>
                      <a:r>
                        <a:rPr lang="en-IN" sz="1200" b="0" dirty="0">
                          <a:solidFill>
                            <a:schemeClr val="bg1"/>
                          </a:solidFill>
                          <a:effectLst/>
                          <a:latin typeface="Avenir Next LT Pro"/>
                        </a:rPr>
                        <a:t>ACTIVITY</a:t>
                      </a:r>
                    </a:p>
                  </a:txBody>
                  <a:tcPr marT="91440" marB="91440" anchor="ctr">
                    <a:solidFill>
                      <a:srgbClr val="538321"/>
                    </a:solidFill>
                  </a:tcPr>
                </a:tc>
                <a:tc>
                  <a:txBody>
                    <a:bodyPr/>
                    <a:lstStyle/>
                    <a:p>
                      <a:pPr algn="ctr" fontAlgn="base">
                        <a:spcBef>
                          <a:spcPts val="600"/>
                        </a:spcBef>
                        <a:spcAft>
                          <a:spcPts val="600"/>
                        </a:spcAft>
                      </a:pPr>
                      <a:r>
                        <a:rPr lang="en-US" sz="1200" b="0" dirty="0">
                          <a:solidFill>
                            <a:schemeClr val="bg1"/>
                          </a:solidFill>
                          <a:effectLst/>
                          <a:latin typeface="Avenir Next LT Pro"/>
                        </a:rPr>
                        <a:t>TIMELINE</a:t>
                      </a:r>
                    </a:p>
                  </a:txBody>
                  <a:tcPr marT="91440" marB="91440" anchor="ctr">
                    <a:solidFill>
                      <a:srgbClr val="538321"/>
                    </a:solidFill>
                  </a:tcPr>
                </a:tc>
                <a:tc>
                  <a:txBody>
                    <a:bodyPr/>
                    <a:lstStyle/>
                    <a:p>
                      <a:pPr algn="ctr" fontAlgn="base">
                        <a:spcBef>
                          <a:spcPts val="600"/>
                        </a:spcBef>
                        <a:spcAft>
                          <a:spcPts val="600"/>
                        </a:spcAft>
                      </a:pPr>
                      <a:r>
                        <a:rPr lang="en-IN" sz="1200" b="0">
                          <a:solidFill>
                            <a:schemeClr val="bg1"/>
                          </a:solidFill>
                          <a:effectLst/>
                          <a:latin typeface="Avenir Next LT Pro"/>
                        </a:rPr>
                        <a:t>COST (USD)​</a:t>
                      </a:r>
                    </a:p>
                  </a:txBody>
                  <a:tcPr marT="91440" marB="91440" anchor="ctr">
                    <a:solidFill>
                      <a:srgbClr val="538321"/>
                    </a:solidFill>
                  </a:tcPr>
                </a:tc>
                <a:extLst>
                  <a:ext uri="{0D108BD9-81ED-4DB2-BD59-A6C34878D82A}">
                    <a16:rowId xmlns:a16="http://schemas.microsoft.com/office/drawing/2014/main" val="4206519994"/>
                  </a:ext>
                </a:extLst>
              </a:tr>
              <a:tr h="1593795">
                <a:tc>
                  <a:txBody>
                    <a:bodyPr/>
                    <a:lstStyle/>
                    <a:p>
                      <a:pPr fontAlgn="auto">
                        <a:spcBef>
                          <a:spcPts val="600"/>
                        </a:spcBef>
                        <a:spcAft>
                          <a:spcPts val="600"/>
                        </a:spcAft>
                      </a:pPr>
                      <a:r>
                        <a:rPr lang="en-US" sz="1200" b="1" dirty="0">
                          <a:effectLst/>
                          <a:latin typeface="Avenir Next LT Pro"/>
                        </a:rPr>
                        <a:t>XP to XM Cloud Modernization</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Requirement gathering</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Content and presentation migration</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Headless search</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DevOps</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Testing </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UAT and go live</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Documentation</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Technical handoff</a:t>
                      </a:r>
                    </a:p>
                  </a:txBody>
                  <a:tcPr marT="91440" marB="91440" anchor="ctr">
                    <a:noFill/>
                  </a:tcPr>
                </a:tc>
                <a:tc>
                  <a:txBody>
                    <a:bodyPr/>
                    <a:lstStyle/>
                    <a:p>
                      <a:pPr algn="ctr" fontAlgn="auto">
                        <a:spcBef>
                          <a:spcPts val="600"/>
                        </a:spcBef>
                        <a:spcAft>
                          <a:spcPts val="600"/>
                        </a:spcAft>
                      </a:pPr>
                      <a:r>
                        <a:rPr lang="en-US" sz="1200" dirty="0">
                          <a:effectLst/>
                          <a:latin typeface="Avenir Next LT Pro"/>
                        </a:rPr>
                        <a:t>13 weeks</a:t>
                      </a:r>
                    </a:p>
                  </a:txBody>
                  <a:tcPr marT="91440" marB="91440" anchor="ctr">
                    <a:noFill/>
                  </a:tcPr>
                </a:tc>
                <a:tc>
                  <a:txBody>
                    <a:bodyPr/>
                    <a:lstStyle/>
                    <a:p>
                      <a:pPr algn="ctr" fontAlgn="auto">
                        <a:spcBef>
                          <a:spcPts val="600"/>
                        </a:spcBef>
                        <a:spcAft>
                          <a:spcPts val="600"/>
                        </a:spcAft>
                      </a:pPr>
                      <a:r>
                        <a:rPr lang="en-US" sz="1200" dirty="0">
                          <a:latin typeface="Avenir Next LT Pro" panose="020B0504020202020204" pitchFamily="34" charset="0"/>
                        </a:rPr>
                        <a:t>$XXX</a:t>
                      </a:r>
                    </a:p>
                  </a:txBody>
                  <a:tcPr marT="91440" marB="91440" anchor="ctr">
                    <a:noFill/>
                  </a:tcPr>
                </a:tc>
                <a:extLst>
                  <a:ext uri="{0D108BD9-81ED-4DB2-BD59-A6C34878D82A}">
                    <a16:rowId xmlns:a16="http://schemas.microsoft.com/office/drawing/2014/main" val="1661704501"/>
                  </a:ext>
                </a:extLst>
              </a:tr>
              <a:tr h="1071554">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dirty="0">
                          <a:solidFill>
                            <a:schemeClr val="dk1"/>
                          </a:solidFill>
                          <a:effectLst/>
                          <a:latin typeface="Avenir Next LT Pro"/>
                          <a:ea typeface="+mn-ea"/>
                          <a:cs typeface="+mn-cs"/>
                          <a:sym typeface="Arial"/>
                        </a:rPr>
                        <a:t>Sitecore Commercial Migration Rebate</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00" b="0" i="1" dirty="0">
                        <a:solidFill>
                          <a:schemeClr val="tx1"/>
                        </a:solidFill>
                        <a:effectLst/>
                        <a:latin typeface="Avenir Next LT Pro"/>
                      </a:endParaRP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Rebate upon migration to XM Cloud</a:t>
                      </a:r>
                    </a:p>
                  </a:txBody>
                  <a:tcPr marT="91440" marB="91440" anchor="ctr">
                    <a:solidFill>
                      <a:schemeClr val="bg1">
                        <a:lumMod val="95000"/>
                      </a:schemeClr>
                    </a:solidFill>
                  </a:tcPr>
                </a:tc>
                <a:tc>
                  <a:txBody>
                    <a:bodyPr/>
                    <a:lstStyle/>
                    <a:p>
                      <a:pPr algn="ctr" fontAlgn="auto">
                        <a:spcBef>
                          <a:spcPts val="600"/>
                        </a:spcBef>
                        <a:spcAft>
                          <a:spcPts val="600"/>
                        </a:spcAft>
                      </a:pPr>
                      <a:endParaRPr lang="en-US" sz="1200" dirty="0">
                        <a:effectLst/>
                        <a:latin typeface="Avenir Next LT Pro"/>
                      </a:endParaRPr>
                    </a:p>
                  </a:txBody>
                  <a:tcPr marT="91440" marB="91440" anchor="ctr">
                    <a:solidFill>
                      <a:schemeClr val="bg1">
                        <a:lumMod val="95000"/>
                      </a:schemeClr>
                    </a:solidFill>
                  </a:tcPr>
                </a:tc>
                <a:tc>
                  <a:txBody>
                    <a:bodyPr/>
                    <a:lstStyle/>
                    <a:p>
                      <a:pPr algn="ctr" fontAlgn="auto">
                        <a:spcBef>
                          <a:spcPts val="600"/>
                        </a:spcBef>
                        <a:spcAft>
                          <a:spcPts val="600"/>
                        </a:spcAft>
                      </a:pPr>
                      <a:r>
                        <a:rPr lang="en-US" sz="1200" dirty="0">
                          <a:latin typeface="Avenir Next LT Pro" panose="020B0504020202020204" pitchFamily="34" charset="0"/>
                        </a:rPr>
                        <a:t>($XXX)</a:t>
                      </a:r>
                    </a:p>
                  </a:txBody>
                  <a:tcPr marT="91440" marB="91440" anchor="ctr">
                    <a:solidFill>
                      <a:schemeClr val="bg1">
                        <a:lumMod val="95000"/>
                      </a:schemeClr>
                    </a:solidFill>
                  </a:tcPr>
                </a:tc>
                <a:extLst>
                  <a:ext uri="{0D108BD9-81ED-4DB2-BD59-A6C34878D82A}">
                    <a16:rowId xmlns:a16="http://schemas.microsoft.com/office/drawing/2014/main" val="3116470731"/>
                  </a:ext>
                </a:extLst>
              </a:tr>
              <a:tr h="781944">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dirty="0">
                          <a:solidFill>
                            <a:schemeClr val="dk1"/>
                          </a:solidFill>
                          <a:effectLst/>
                          <a:latin typeface="Avenir Next LT Pro"/>
                          <a:ea typeface="+mn-ea"/>
                          <a:cs typeface="+mn-cs"/>
                          <a:sym typeface="Arial"/>
                        </a:rPr>
                        <a:t>Marketing Discount </a:t>
                      </a:r>
                    </a:p>
                    <a:p>
                      <a:pPr marL="571500" marR="0" lvl="2"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00" b="0" i="1" u="none" strike="noStrike" cap="none" dirty="0">
                        <a:solidFill>
                          <a:schemeClr val="dk1"/>
                        </a:solidFill>
                        <a:effectLst/>
                        <a:latin typeface="Avenir Next LT Pro"/>
                        <a:ea typeface="+mn-ea"/>
                        <a:cs typeface="+mn-cs"/>
                        <a:sym typeface="Arial"/>
                      </a:endParaRPr>
                    </a:p>
                    <a:p>
                      <a:pPr marL="571500" marR="0" lvl="2"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u="none" strike="noStrike" cap="none" dirty="0">
                          <a:solidFill>
                            <a:schemeClr val="dk1"/>
                          </a:solidFill>
                          <a:effectLst/>
                          <a:latin typeface="Avenir Next LT Pro"/>
                          <a:ea typeface="+mn-ea"/>
                          <a:cs typeface="+mn-cs"/>
                          <a:sym typeface="Arial"/>
                        </a:rPr>
                        <a:t>Client reference, joint presentation or webinar, sharable feedback</a:t>
                      </a:r>
                      <a:endParaRPr lang="en-US" sz="1000" b="0" i="1" dirty="0">
                        <a:solidFill>
                          <a:schemeClr val="tx1"/>
                        </a:solidFill>
                        <a:effectLst/>
                        <a:latin typeface="Avenir Next LT Pro"/>
                      </a:endParaRPr>
                    </a:p>
                  </a:txBody>
                  <a:tcPr marT="91440" marB="91440" anchor="ctr">
                    <a:noFill/>
                  </a:tcPr>
                </a:tc>
                <a:tc>
                  <a:txBody>
                    <a:bodyPr/>
                    <a:lstStyle/>
                    <a:p>
                      <a:pPr algn="ctr" fontAlgn="auto">
                        <a:spcBef>
                          <a:spcPts val="600"/>
                        </a:spcBef>
                        <a:spcAft>
                          <a:spcPts val="600"/>
                        </a:spcAft>
                      </a:pPr>
                      <a:endParaRPr lang="en-US" sz="1200" dirty="0">
                        <a:effectLst/>
                        <a:latin typeface="Avenir Next LT Pro"/>
                      </a:endParaRPr>
                    </a:p>
                  </a:txBody>
                  <a:tcPr marT="91440" marB="91440" anchor="ctr">
                    <a:noFill/>
                  </a:tcPr>
                </a:tc>
                <a:tc>
                  <a:txBody>
                    <a:bodyPr/>
                    <a:lstStyle/>
                    <a:p>
                      <a:pPr algn="ctr" fontAlgn="auto">
                        <a:spcBef>
                          <a:spcPts val="600"/>
                        </a:spcBef>
                        <a:spcAft>
                          <a:spcPts val="600"/>
                        </a:spcAft>
                      </a:pPr>
                      <a:r>
                        <a:rPr lang="en-US" sz="1200" dirty="0">
                          <a:latin typeface="Avenir Next LT Pro" panose="020B0504020202020204" pitchFamily="34" charset="0"/>
                        </a:rPr>
                        <a:t>($XXX)</a:t>
                      </a:r>
                    </a:p>
                  </a:txBody>
                  <a:tcPr marT="91440" marB="91440" anchor="ctr">
                    <a:noFill/>
                  </a:tcPr>
                </a:tc>
                <a:extLst>
                  <a:ext uri="{0D108BD9-81ED-4DB2-BD59-A6C34878D82A}">
                    <a16:rowId xmlns:a16="http://schemas.microsoft.com/office/drawing/2014/main" val="707225008"/>
                  </a:ext>
                </a:extLst>
              </a:tr>
              <a:tr h="529329">
                <a:tc>
                  <a:txBody>
                    <a:bodyPr/>
                    <a:lstStyle/>
                    <a:p>
                      <a:pPr marL="287338"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dirty="0">
                          <a:solidFill>
                            <a:schemeClr val="dk1"/>
                          </a:solidFill>
                          <a:effectLst/>
                          <a:latin typeface="Avenir Next LT Pro"/>
                          <a:ea typeface="+mn-ea"/>
                          <a:cs typeface="+mn-cs"/>
                          <a:sym typeface="Arial"/>
                        </a:rPr>
                        <a:t>Total</a:t>
                      </a:r>
                    </a:p>
                  </a:txBody>
                  <a:tcPr marT="91440" marB="9144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auto">
                        <a:spcBef>
                          <a:spcPts val="600"/>
                        </a:spcBef>
                        <a:spcAft>
                          <a:spcPts val="600"/>
                        </a:spcAft>
                      </a:pPr>
                      <a:r>
                        <a:rPr lang="en-US" sz="1200" b="1" dirty="0">
                          <a:effectLst/>
                          <a:latin typeface="Avenir Next LT Pro"/>
                        </a:rPr>
                        <a:t>13 weeks</a:t>
                      </a:r>
                    </a:p>
                  </a:txBody>
                  <a:tcPr marT="91440" marB="91440"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auto">
                        <a:spcBef>
                          <a:spcPts val="600"/>
                        </a:spcBef>
                        <a:spcAft>
                          <a:spcPts val="600"/>
                        </a:spcAft>
                      </a:pPr>
                      <a:r>
                        <a:rPr lang="en-US" sz="1200" b="1" dirty="0">
                          <a:latin typeface="Avenir Next LT Pro"/>
                        </a:rPr>
                        <a:t>$XXX</a:t>
                      </a:r>
                      <a:endParaRPr lang="en-US" sz="1200" b="1" dirty="0">
                        <a:latin typeface="Avenir Next LT Pro" panose="020B0504020202020204" pitchFamily="34" charset="0"/>
                      </a:endParaRPr>
                    </a:p>
                  </a:txBody>
                  <a:tcPr marT="91440" marB="91440" anchor="ctr">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87299966"/>
                  </a:ext>
                </a:extLst>
              </a:tr>
            </a:tbl>
          </a:graphicData>
        </a:graphic>
      </p:graphicFrame>
      <p:sp>
        <p:nvSpPr>
          <p:cNvPr id="4" name="TextBox 3">
            <a:extLst>
              <a:ext uri="{FF2B5EF4-FFF2-40B4-BE49-F238E27FC236}">
                <a16:creationId xmlns:a16="http://schemas.microsoft.com/office/drawing/2014/main" id="{2221AB80-2895-00FE-0758-1C4C79388F74}"/>
              </a:ext>
            </a:extLst>
          </p:cNvPr>
          <p:cNvSpPr txBox="1"/>
          <p:nvPr/>
        </p:nvSpPr>
        <p:spPr>
          <a:xfrm>
            <a:off x="1329099" y="6213311"/>
            <a:ext cx="6607896"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dirty="0">
                <a:latin typeface="Avenir Next LT Pro" panose="020B0504020202020204" pitchFamily="34" charset="0"/>
              </a:rPr>
              <a:t>The quote is given as a fixed bid; Sitecore rebate contingent on confirmation </a:t>
            </a:r>
            <a:r>
              <a:rPr lang="en-US" sz="800">
                <a:latin typeface="Avenir Next LT Pro" panose="020B0504020202020204" pitchFamily="34" charset="0"/>
              </a:rPr>
              <a:t>from Sitecore.</a:t>
            </a:r>
            <a:endParaRPr lang="en-US" sz="800" dirty="0">
              <a:latin typeface="Avenir Next LT Pro" panose="020B0504020202020204" pitchFamily="34" charset="0"/>
            </a:endParaRPr>
          </a:p>
          <a:p>
            <a:pPr marL="171450" indent="-171450">
              <a:buFont typeface="Arial" panose="020B0604020202020204" pitchFamily="34" charset="0"/>
              <a:buChar char="•"/>
            </a:pPr>
            <a:r>
              <a:rPr lang="en-US" sz="800" dirty="0">
                <a:latin typeface="Avenir Next LT Pro" panose="020B0504020202020204" pitchFamily="34" charset="0"/>
              </a:rPr>
              <a:t>Excludes T&amp;E expenses if any.</a:t>
            </a:r>
          </a:p>
          <a:p>
            <a:pPr marL="171450" indent="-171450">
              <a:buFont typeface="Arial" panose="020B0604020202020204" pitchFamily="34" charset="0"/>
              <a:buChar char="•"/>
            </a:pPr>
            <a:r>
              <a:rPr lang="en-US" sz="800" dirty="0">
                <a:latin typeface="Avenir Next LT Pro"/>
              </a:rPr>
              <a:t>Quote is valid till 12/19/2025.</a:t>
            </a:r>
          </a:p>
        </p:txBody>
      </p:sp>
      <p:sp>
        <p:nvSpPr>
          <p:cNvPr id="5" name="Google Shape;846;p11">
            <a:extLst>
              <a:ext uri="{FF2B5EF4-FFF2-40B4-BE49-F238E27FC236}">
                <a16:creationId xmlns:a16="http://schemas.microsoft.com/office/drawing/2014/main" id="{64A388B7-4735-F8DC-B3C9-82599BFD8445}"/>
              </a:ext>
            </a:extLst>
          </p:cNvPr>
          <p:cNvSpPr txBox="1"/>
          <p:nvPr/>
        </p:nvSpPr>
        <p:spPr>
          <a:xfrm>
            <a:off x="382073" y="326044"/>
            <a:ext cx="9050685" cy="369332"/>
          </a:xfrm>
          <a:prstGeom prst="rect">
            <a:avLst/>
          </a:prstGeom>
          <a:noFill/>
          <a:ln>
            <a:noFill/>
          </a:ln>
        </p:spPr>
        <p:txBody>
          <a:bodyPr spcFirstLastPara="1" wrap="square" lIns="0" tIns="0" rIns="0" bIns="0" anchor="ctr" anchorCtr="0">
            <a:spAutoFit/>
          </a:bodyPr>
          <a:lstStyle/>
          <a:p>
            <a:r>
              <a:rPr lang="en-US" sz="2400" b="1" dirty="0">
                <a:latin typeface="+mj-lt"/>
                <a:ea typeface="Avenir"/>
                <a:cs typeface="Arial" panose="020B0604020202020204" pitchFamily="34" charset="0"/>
                <a:sym typeface="Avenir"/>
              </a:rPr>
              <a:t>Investment summary</a:t>
            </a:r>
            <a:endParaRPr lang="en-US" dirty="0">
              <a:latin typeface="+mj-lt"/>
            </a:endParaRPr>
          </a:p>
        </p:txBody>
      </p:sp>
      <p:pic>
        <p:nvPicPr>
          <p:cNvPr id="6" name="Picture 5">
            <a:extLst>
              <a:ext uri="{FF2B5EF4-FFF2-40B4-BE49-F238E27FC236}">
                <a16:creationId xmlns:a16="http://schemas.microsoft.com/office/drawing/2014/main" id="{B5B4E221-9C30-F594-7848-15566F7DBDBA}"/>
              </a:ext>
            </a:extLst>
          </p:cNvPr>
          <p:cNvPicPr>
            <a:picLocks noChangeAspect="1"/>
          </p:cNvPicPr>
          <p:nvPr/>
        </p:nvPicPr>
        <p:blipFill>
          <a:blip r:embed="rId3"/>
          <a:stretch>
            <a:fillRect/>
          </a:stretch>
        </p:blipFill>
        <p:spPr>
          <a:xfrm>
            <a:off x="324614" y="6286246"/>
            <a:ext cx="873872" cy="315797"/>
          </a:xfrm>
          <a:prstGeom prst="rect">
            <a:avLst/>
          </a:prstGeom>
        </p:spPr>
      </p:pic>
    </p:spTree>
    <p:extLst>
      <p:ext uri="{BB962C8B-B14F-4D97-AF65-F5344CB8AC3E}">
        <p14:creationId xmlns:p14="http://schemas.microsoft.com/office/powerpoint/2010/main" val="1351666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C64602-DBFA-3B05-56AE-5161A18113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graphicFrame>
        <p:nvGraphicFramePr>
          <p:cNvPr id="3" name="Table 2">
            <a:extLst>
              <a:ext uri="{FF2B5EF4-FFF2-40B4-BE49-F238E27FC236}">
                <a16:creationId xmlns:a16="http://schemas.microsoft.com/office/drawing/2014/main" id="{9A8D69DA-D269-F7B9-C11F-7B6F481F1815}"/>
              </a:ext>
            </a:extLst>
          </p:cNvPr>
          <p:cNvGraphicFramePr>
            <a:graphicFrameLocks noGrp="1"/>
          </p:cNvGraphicFramePr>
          <p:nvPr>
            <p:extLst>
              <p:ext uri="{D42A27DB-BD31-4B8C-83A1-F6EECF244321}">
                <p14:modId xmlns:p14="http://schemas.microsoft.com/office/powerpoint/2010/main" val="2696546113"/>
              </p:ext>
            </p:extLst>
          </p:nvPr>
        </p:nvGraphicFramePr>
        <p:xfrm>
          <a:off x="382073" y="1578920"/>
          <a:ext cx="11074664" cy="3749040"/>
        </p:xfrm>
        <a:graphic>
          <a:graphicData uri="http://schemas.openxmlformats.org/drawingml/2006/table">
            <a:tbl>
              <a:tblPr firstRow="1" bandRow="1">
                <a:tableStyleId>{5C22544A-7EE6-4342-B048-85BDC9FD1C3A}</a:tableStyleId>
              </a:tblPr>
              <a:tblGrid>
                <a:gridCol w="6302654">
                  <a:extLst>
                    <a:ext uri="{9D8B030D-6E8A-4147-A177-3AD203B41FA5}">
                      <a16:colId xmlns:a16="http://schemas.microsoft.com/office/drawing/2014/main" val="1998053243"/>
                    </a:ext>
                  </a:extLst>
                </a:gridCol>
                <a:gridCol w="2386005">
                  <a:extLst>
                    <a:ext uri="{9D8B030D-6E8A-4147-A177-3AD203B41FA5}">
                      <a16:colId xmlns:a16="http://schemas.microsoft.com/office/drawing/2014/main" val="4243924857"/>
                    </a:ext>
                  </a:extLst>
                </a:gridCol>
                <a:gridCol w="2386005">
                  <a:extLst>
                    <a:ext uri="{9D8B030D-6E8A-4147-A177-3AD203B41FA5}">
                      <a16:colId xmlns:a16="http://schemas.microsoft.com/office/drawing/2014/main" val="1206123950"/>
                    </a:ext>
                  </a:extLst>
                </a:gridCol>
              </a:tblGrid>
              <a:tr h="314844">
                <a:tc>
                  <a:txBody>
                    <a:bodyPr/>
                    <a:lstStyle/>
                    <a:p>
                      <a:pPr algn="ctr" fontAlgn="base">
                        <a:spcBef>
                          <a:spcPts val="600"/>
                        </a:spcBef>
                        <a:spcAft>
                          <a:spcPts val="600"/>
                        </a:spcAft>
                      </a:pPr>
                      <a:r>
                        <a:rPr lang="en-IN" sz="1200" b="0" dirty="0">
                          <a:solidFill>
                            <a:schemeClr val="bg1"/>
                          </a:solidFill>
                          <a:effectLst/>
                          <a:latin typeface="Avenir Next LT Pro"/>
                        </a:rPr>
                        <a:t>ACTIVITY</a:t>
                      </a:r>
                    </a:p>
                  </a:txBody>
                  <a:tcPr marT="91440" marB="91440" anchor="ctr">
                    <a:solidFill>
                      <a:srgbClr val="538321"/>
                    </a:solidFill>
                  </a:tcPr>
                </a:tc>
                <a:tc>
                  <a:txBody>
                    <a:bodyPr/>
                    <a:lstStyle/>
                    <a:p>
                      <a:pPr algn="ctr" fontAlgn="base">
                        <a:spcBef>
                          <a:spcPts val="600"/>
                        </a:spcBef>
                        <a:spcAft>
                          <a:spcPts val="600"/>
                        </a:spcAft>
                      </a:pPr>
                      <a:r>
                        <a:rPr lang="en-US" sz="1200" b="0" dirty="0">
                          <a:solidFill>
                            <a:schemeClr val="bg1"/>
                          </a:solidFill>
                          <a:effectLst/>
                          <a:latin typeface="Avenir Next LT Pro"/>
                        </a:rPr>
                        <a:t>TIMELINE</a:t>
                      </a:r>
                    </a:p>
                  </a:txBody>
                  <a:tcPr marT="91440" marB="91440" anchor="ctr">
                    <a:solidFill>
                      <a:srgbClr val="538321"/>
                    </a:solidFill>
                  </a:tcPr>
                </a:tc>
                <a:tc>
                  <a:txBody>
                    <a:bodyPr/>
                    <a:lstStyle/>
                    <a:p>
                      <a:pPr algn="ctr" fontAlgn="base">
                        <a:spcBef>
                          <a:spcPts val="600"/>
                        </a:spcBef>
                        <a:spcAft>
                          <a:spcPts val="600"/>
                        </a:spcAft>
                      </a:pPr>
                      <a:r>
                        <a:rPr lang="en-IN" sz="1200" b="0">
                          <a:solidFill>
                            <a:schemeClr val="bg1"/>
                          </a:solidFill>
                          <a:effectLst/>
                          <a:latin typeface="Avenir Next LT Pro"/>
                        </a:rPr>
                        <a:t>COST (USD)​</a:t>
                      </a:r>
                    </a:p>
                  </a:txBody>
                  <a:tcPr marT="91440" marB="91440" anchor="ctr">
                    <a:solidFill>
                      <a:srgbClr val="538321"/>
                    </a:solidFill>
                  </a:tcPr>
                </a:tc>
                <a:extLst>
                  <a:ext uri="{0D108BD9-81ED-4DB2-BD59-A6C34878D82A}">
                    <a16:rowId xmlns:a16="http://schemas.microsoft.com/office/drawing/2014/main" val="4206519994"/>
                  </a:ext>
                </a:extLst>
              </a:tr>
              <a:tr h="1071554">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dirty="0">
                          <a:solidFill>
                            <a:schemeClr val="dk1"/>
                          </a:solidFill>
                          <a:effectLst/>
                          <a:latin typeface="Avenir Next LT Pro"/>
                          <a:ea typeface="+mn-ea"/>
                          <a:cs typeface="+mn-cs"/>
                          <a:sym typeface="Arial"/>
                        </a:rPr>
                        <a:t>Engagement Analytics Starter Package</a:t>
                      </a: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1" i="0" u="none" strike="noStrike" cap="none" dirty="0">
                        <a:solidFill>
                          <a:schemeClr val="dk1"/>
                        </a:solidFill>
                        <a:effectLst/>
                        <a:latin typeface="Avenir Next LT Pro"/>
                        <a:ea typeface="+mn-ea"/>
                        <a:cs typeface="+mn-cs"/>
                        <a:sym typeface="Arial"/>
                      </a:endParaRP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Requirement workshops</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KPI definition </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Measurement standards </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Events and data layer</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Custom reports on engagement events</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Documentation &amp; training </a:t>
                      </a:r>
                    </a:p>
                    <a:p>
                      <a:pPr marL="287338"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000" b="0" i="1" dirty="0">
                        <a:solidFill>
                          <a:schemeClr val="tx1"/>
                        </a:solidFill>
                        <a:effectLst/>
                        <a:latin typeface="Avenir Next LT Pro"/>
                      </a:endParaRPr>
                    </a:p>
                  </a:txBody>
                  <a:tcPr marT="91440" marB="91440" anchor="ctr">
                    <a:solidFill>
                      <a:schemeClr val="bg1">
                        <a:lumMod val="95000"/>
                      </a:schemeClr>
                    </a:solidFill>
                  </a:tcPr>
                </a:tc>
                <a:tc>
                  <a:txBody>
                    <a:bodyPr/>
                    <a:lstStyle/>
                    <a:p>
                      <a:pPr algn="ctr" fontAlgn="auto">
                        <a:spcBef>
                          <a:spcPts val="600"/>
                        </a:spcBef>
                        <a:spcAft>
                          <a:spcPts val="600"/>
                        </a:spcAft>
                      </a:pPr>
                      <a:r>
                        <a:rPr lang="en-US" sz="1200" dirty="0">
                          <a:effectLst/>
                          <a:latin typeface="Avenir Next LT Pro"/>
                        </a:rPr>
                        <a:t>Up to 3 weeks</a:t>
                      </a:r>
                    </a:p>
                  </a:txBody>
                  <a:tcPr marT="91440" marB="91440" anchor="ctr">
                    <a:solidFill>
                      <a:schemeClr val="bg1">
                        <a:lumMod val="95000"/>
                      </a:schemeClr>
                    </a:solidFill>
                  </a:tcPr>
                </a:tc>
                <a:tc>
                  <a:txBody>
                    <a:bodyPr/>
                    <a:lstStyle/>
                    <a:p>
                      <a:pPr algn="ctr" fontAlgn="auto">
                        <a:spcBef>
                          <a:spcPts val="600"/>
                        </a:spcBef>
                        <a:spcAft>
                          <a:spcPts val="600"/>
                        </a:spcAft>
                      </a:pPr>
                      <a:r>
                        <a:rPr lang="en-US" sz="1200" dirty="0">
                          <a:latin typeface="Avenir Next LT Pro" panose="020B0504020202020204" pitchFamily="34" charset="0"/>
                        </a:rPr>
                        <a:t>$XXX</a:t>
                      </a:r>
                    </a:p>
                  </a:txBody>
                  <a:tcPr marT="91440" marB="91440" anchor="ctr">
                    <a:solidFill>
                      <a:schemeClr val="bg1">
                        <a:lumMod val="95000"/>
                      </a:schemeClr>
                    </a:solidFill>
                  </a:tcPr>
                </a:tc>
                <a:extLst>
                  <a:ext uri="{0D108BD9-81ED-4DB2-BD59-A6C34878D82A}">
                    <a16:rowId xmlns:a16="http://schemas.microsoft.com/office/drawing/2014/main" val="3116470731"/>
                  </a:ext>
                </a:extLst>
              </a:tr>
              <a:tr h="781944">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dirty="0">
                          <a:solidFill>
                            <a:schemeClr val="dk1"/>
                          </a:solidFill>
                          <a:effectLst/>
                          <a:latin typeface="Avenir Next LT Pro"/>
                          <a:ea typeface="+mn-ea"/>
                          <a:cs typeface="+mn-cs"/>
                          <a:sym typeface="Arial"/>
                        </a:rPr>
                        <a:t>Foundational Personalization &amp; Experimentation</a:t>
                      </a: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1" i="0" u="none" strike="noStrike" cap="none" dirty="0">
                        <a:solidFill>
                          <a:schemeClr val="dk1"/>
                        </a:solidFill>
                        <a:effectLst/>
                        <a:latin typeface="Avenir Next LT Pro"/>
                        <a:ea typeface="+mn-ea"/>
                        <a:cs typeface="+mn-cs"/>
                        <a:sym typeface="Arial"/>
                      </a:endParaRP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Requirement workshops</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Audience segmentation</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Development support</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User journeys</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Personalization setup</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A/B /n Split Testing</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Documentation &amp; training</a:t>
                      </a:r>
                    </a:p>
                    <a:p>
                      <a:pPr marL="458788"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00" b="0" i="1" dirty="0">
                        <a:solidFill>
                          <a:schemeClr val="tx1"/>
                        </a:solidFill>
                        <a:effectLst/>
                        <a:latin typeface="Avenir Next LT Pro"/>
                      </a:endParaRPr>
                    </a:p>
                  </a:txBody>
                  <a:tcPr marT="91440" marB="91440" anchor="ctr">
                    <a:lnB w="12700" cap="flat" cmpd="sng" algn="ctr">
                      <a:solidFill>
                        <a:schemeClr val="tx1"/>
                      </a:solidFill>
                      <a:prstDash val="solid"/>
                      <a:round/>
                      <a:headEnd type="none" w="med" len="med"/>
                      <a:tailEnd type="none" w="med" len="med"/>
                    </a:lnB>
                    <a:noFill/>
                  </a:tcPr>
                </a:tc>
                <a:tc>
                  <a:txBody>
                    <a:bodyPr/>
                    <a:lstStyle/>
                    <a:p>
                      <a:pPr algn="ctr" fontAlgn="auto">
                        <a:spcBef>
                          <a:spcPts val="600"/>
                        </a:spcBef>
                        <a:spcAft>
                          <a:spcPts val="600"/>
                        </a:spcAft>
                      </a:pPr>
                      <a:r>
                        <a:rPr lang="en-US" sz="1200" dirty="0">
                          <a:effectLst/>
                          <a:latin typeface="Avenir Next LT Pro"/>
                        </a:rPr>
                        <a:t>up to 4 weeks</a:t>
                      </a:r>
                    </a:p>
                  </a:txBody>
                  <a:tcPr marT="91440" marB="91440" anchor="ctr">
                    <a:lnB w="12700" cap="flat" cmpd="sng" algn="ctr">
                      <a:solidFill>
                        <a:schemeClr val="tx1"/>
                      </a:solidFill>
                      <a:prstDash val="solid"/>
                      <a:round/>
                      <a:headEnd type="none" w="med" len="med"/>
                      <a:tailEnd type="none" w="med" len="med"/>
                    </a:lnB>
                    <a:noFill/>
                  </a:tcPr>
                </a:tc>
                <a:tc>
                  <a:txBody>
                    <a:bodyPr/>
                    <a:lstStyle/>
                    <a:p>
                      <a:pPr algn="ctr" fontAlgn="auto">
                        <a:spcBef>
                          <a:spcPts val="600"/>
                        </a:spcBef>
                        <a:spcAft>
                          <a:spcPts val="600"/>
                        </a:spcAft>
                      </a:pPr>
                      <a:r>
                        <a:rPr lang="en-US" sz="1200" dirty="0">
                          <a:latin typeface="Avenir Next LT Pro" panose="020B0504020202020204" pitchFamily="34" charset="0"/>
                        </a:rPr>
                        <a:t>$XXX</a:t>
                      </a:r>
                    </a:p>
                  </a:txBody>
                  <a:tcPr marT="91440" marB="9144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225008"/>
                  </a:ext>
                </a:extLst>
              </a:tr>
            </a:tbl>
          </a:graphicData>
        </a:graphic>
      </p:graphicFrame>
      <p:sp>
        <p:nvSpPr>
          <p:cNvPr id="4" name="TextBox 3">
            <a:extLst>
              <a:ext uri="{FF2B5EF4-FFF2-40B4-BE49-F238E27FC236}">
                <a16:creationId xmlns:a16="http://schemas.microsoft.com/office/drawing/2014/main" id="{AD905E8F-49DF-78B6-D034-7D1415823FAB}"/>
              </a:ext>
            </a:extLst>
          </p:cNvPr>
          <p:cNvSpPr txBox="1"/>
          <p:nvPr/>
        </p:nvSpPr>
        <p:spPr>
          <a:xfrm>
            <a:off x="1329099" y="6213311"/>
            <a:ext cx="6607896"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dirty="0">
                <a:latin typeface="Avenir Next LT Pro" panose="020B0504020202020204" pitchFamily="34" charset="0"/>
              </a:rPr>
              <a:t>The quote is given as a fixed bid.</a:t>
            </a:r>
          </a:p>
          <a:p>
            <a:pPr marL="171450" indent="-171450">
              <a:buFont typeface="Arial" panose="020B0604020202020204" pitchFamily="34" charset="0"/>
              <a:buChar char="•"/>
            </a:pPr>
            <a:r>
              <a:rPr lang="en-US" sz="800" dirty="0">
                <a:latin typeface="Avenir Next LT Pro" panose="020B0504020202020204" pitchFamily="34" charset="0"/>
              </a:rPr>
              <a:t>Excludes T&amp;E expenses if any.</a:t>
            </a:r>
          </a:p>
          <a:p>
            <a:pPr marL="171450" indent="-171450">
              <a:buFont typeface="Arial" panose="020B0604020202020204" pitchFamily="34" charset="0"/>
              <a:buChar char="•"/>
            </a:pPr>
            <a:r>
              <a:rPr lang="en-US" sz="800" dirty="0">
                <a:latin typeface="Avenir Next LT Pro"/>
              </a:rPr>
              <a:t>Quote is valid till 12/19/2025.</a:t>
            </a:r>
          </a:p>
        </p:txBody>
      </p:sp>
      <p:sp>
        <p:nvSpPr>
          <p:cNvPr id="5" name="Google Shape;846;p11">
            <a:extLst>
              <a:ext uri="{FF2B5EF4-FFF2-40B4-BE49-F238E27FC236}">
                <a16:creationId xmlns:a16="http://schemas.microsoft.com/office/drawing/2014/main" id="{B72A35F8-4F64-479C-F65D-ECC5FE203873}"/>
              </a:ext>
            </a:extLst>
          </p:cNvPr>
          <p:cNvSpPr txBox="1"/>
          <p:nvPr/>
        </p:nvSpPr>
        <p:spPr>
          <a:xfrm>
            <a:off x="382073" y="326044"/>
            <a:ext cx="9050685" cy="369332"/>
          </a:xfrm>
          <a:prstGeom prst="rect">
            <a:avLst/>
          </a:prstGeom>
          <a:noFill/>
          <a:ln>
            <a:noFill/>
          </a:ln>
        </p:spPr>
        <p:txBody>
          <a:bodyPr spcFirstLastPara="1" wrap="square" lIns="0" tIns="0" rIns="0" bIns="0" anchor="ctr" anchorCtr="0">
            <a:spAutoFit/>
          </a:bodyPr>
          <a:lstStyle/>
          <a:p>
            <a:r>
              <a:rPr lang="en-US" sz="2400" b="1" dirty="0">
                <a:latin typeface="+mj-lt"/>
                <a:ea typeface="Avenir"/>
                <a:cs typeface="Arial" panose="020B0604020202020204" pitchFamily="34" charset="0"/>
                <a:sym typeface="Avenir"/>
              </a:rPr>
              <a:t>Our recommended add-ons to the XM Cloud migration</a:t>
            </a:r>
            <a:endParaRPr lang="en-US" dirty="0">
              <a:latin typeface="+mj-lt"/>
            </a:endParaRPr>
          </a:p>
        </p:txBody>
      </p:sp>
      <p:pic>
        <p:nvPicPr>
          <p:cNvPr id="6" name="Picture 5">
            <a:extLst>
              <a:ext uri="{FF2B5EF4-FFF2-40B4-BE49-F238E27FC236}">
                <a16:creationId xmlns:a16="http://schemas.microsoft.com/office/drawing/2014/main" id="{509819FF-4EBE-05FF-18FB-1C88C1E75E89}"/>
              </a:ext>
            </a:extLst>
          </p:cNvPr>
          <p:cNvPicPr>
            <a:picLocks noChangeAspect="1"/>
          </p:cNvPicPr>
          <p:nvPr/>
        </p:nvPicPr>
        <p:blipFill>
          <a:blip r:embed="rId3"/>
          <a:stretch>
            <a:fillRect/>
          </a:stretch>
        </p:blipFill>
        <p:spPr>
          <a:xfrm>
            <a:off x="324614" y="6286246"/>
            <a:ext cx="873872" cy="315797"/>
          </a:xfrm>
          <a:prstGeom prst="rect">
            <a:avLst/>
          </a:prstGeom>
        </p:spPr>
      </p:pic>
    </p:spTree>
    <p:extLst>
      <p:ext uri="{BB962C8B-B14F-4D97-AF65-F5344CB8AC3E}">
        <p14:creationId xmlns:p14="http://schemas.microsoft.com/office/powerpoint/2010/main" val="705966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7B080-942F-6F1E-48B4-C5E22734AA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85557A-D35D-BD69-AE60-09F1400938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graphicFrame>
        <p:nvGraphicFramePr>
          <p:cNvPr id="3" name="Table 2">
            <a:extLst>
              <a:ext uri="{FF2B5EF4-FFF2-40B4-BE49-F238E27FC236}">
                <a16:creationId xmlns:a16="http://schemas.microsoft.com/office/drawing/2014/main" id="{53C3B605-B7FC-0555-0F73-6361A235F820}"/>
              </a:ext>
            </a:extLst>
          </p:cNvPr>
          <p:cNvGraphicFramePr>
            <a:graphicFrameLocks noGrp="1"/>
          </p:cNvGraphicFramePr>
          <p:nvPr>
            <p:extLst>
              <p:ext uri="{D42A27DB-BD31-4B8C-83A1-F6EECF244321}">
                <p14:modId xmlns:p14="http://schemas.microsoft.com/office/powerpoint/2010/main" val="1153857137"/>
              </p:ext>
            </p:extLst>
          </p:nvPr>
        </p:nvGraphicFramePr>
        <p:xfrm>
          <a:off x="636641" y="1033400"/>
          <a:ext cx="10568420" cy="4434840"/>
        </p:xfrm>
        <a:graphic>
          <a:graphicData uri="http://schemas.openxmlformats.org/drawingml/2006/table">
            <a:tbl>
              <a:tblPr firstRow="1" bandRow="1">
                <a:tableStyleId>{5C22544A-7EE6-4342-B048-85BDC9FD1C3A}</a:tableStyleId>
              </a:tblPr>
              <a:tblGrid>
                <a:gridCol w="6014548">
                  <a:extLst>
                    <a:ext uri="{9D8B030D-6E8A-4147-A177-3AD203B41FA5}">
                      <a16:colId xmlns:a16="http://schemas.microsoft.com/office/drawing/2014/main" val="1998053243"/>
                    </a:ext>
                  </a:extLst>
                </a:gridCol>
                <a:gridCol w="2276936">
                  <a:extLst>
                    <a:ext uri="{9D8B030D-6E8A-4147-A177-3AD203B41FA5}">
                      <a16:colId xmlns:a16="http://schemas.microsoft.com/office/drawing/2014/main" val="4243924857"/>
                    </a:ext>
                  </a:extLst>
                </a:gridCol>
                <a:gridCol w="2276936">
                  <a:extLst>
                    <a:ext uri="{9D8B030D-6E8A-4147-A177-3AD203B41FA5}">
                      <a16:colId xmlns:a16="http://schemas.microsoft.com/office/drawing/2014/main" val="1206123950"/>
                    </a:ext>
                  </a:extLst>
                </a:gridCol>
              </a:tblGrid>
              <a:tr h="284703">
                <a:tc>
                  <a:txBody>
                    <a:bodyPr/>
                    <a:lstStyle/>
                    <a:p>
                      <a:pPr algn="ctr" fontAlgn="base">
                        <a:spcBef>
                          <a:spcPts val="600"/>
                        </a:spcBef>
                        <a:spcAft>
                          <a:spcPts val="600"/>
                        </a:spcAft>
                      </a:pPr>
                      <a:r>
                        <a:rPr lang="en-IN" sz="1200" b="0" dirty="0">
                          <a:solidFill>
                            <a:schemeClr val="bg1"/>
                          </a:solidFill>
                          <a:effectLst/>
                          <a:latin typeface="Avenir Next LT Pro"/>
                        </a:rPr>
                        <a:t>ACTIVITY</a:t>
                      </a:r>
                    </a:p>
                  </a:txBody>
                  <a:tcPr marT="91440" marB="91440" anchor="ctr">
                    <a:solidFill>
                      <a:srgbClr val="538321"/>
                    </a:solidFill>
                  </a:tcPr>
                </a:tc>
                <a:tc>
                  <a:txBody>
                    <a:bodyPr/>
                    <a:lstStyle/>
                    <a:p>
                      <a:pPr algn="ctr" fontAlgn="base">
                        <a:spcBef>
                          <a:spcPts val="600"/>
                        </a:spcBef>
                        <a:spcAft>
                          <a:spcPts val="600"/>
                        </a:spcAft>
                      </a:pPr>
                      <a:r>
                        <a:rPr lang="en-US" sz="1200" b="0">
                          <a:solidFill>
                            <a:schemeClr val="bg1"/>
                          </a:solidFill>
                          <a:effectLst/>
                          <a:latin typeface="Avenir Next LT Pro"/>
                        </a:rPr>
                        <a:t>TIMELINE</a:t>
                      </a:r>
                    </a:p>
                  </a:txBody>
                  <a:tcPr marT="91440" marB="91440" anchor="ctr">
                    <a:solidFill>
                      <a:srgbClr val="538321"/>
                    </a:solidFill>
                  </a:tcPr>
                </a:tc>
                <a:tc>
                  <a:txBody>
                    <a:bodyPr/>
                    <a:lstStyle/>
                    <a:p>
                      <a:pPr algn="ctr" fontAlgn="base">
                        <a:spcBef>
                          <a:spcPts val="600"/>
                        </a:spcBef>
                        <a:spcAft>
                          <a:spcPts val="600"/>
                        </a:spcAft>
                      </a:pPr>
                      <a:r>
                        <a:rPr lang="en-IN" sz="1200" b="0">
                          <a:solidFill>
                            <a:schemeClr val="bg1"/>
                          </a:solidFill>
                          <a:effectLst/>
                          <a:latin typeface="Avenir Next LT Pro"/>
                        </a:rPr>
                        <a:t>COST (USD)​</a:t>
                      </a:r>
                    </a:p>
                  </a:txBody>
                  <a:tcPr marT="91440" marB="91440" anchor="ctr">
                    <a:solidFill>
                      <a:srgbClr val="538321"/>
                    </a:solidFill>
                  </a:tcPr>
                </a:tc>
                <a:extLst>
                  <a:ext uri="{0D108BD9-81ED-4DB2-BD59-A6C34878D82A}">
                    <a16:rowId xmlns:a16="http://schemas.microsoft.com/office/drawing/2014/main" val="4206519994"/>
                  </a:ext>
                </a:extLst>
              </a:tr>
              <a:tr h="1198125">
                <a:tc>
                  <a:txBody>
                    <a:bodyPr/>
                    <a:lstStyle/>
                    <a:p>
                      <a:pPr fontAlgn="auto">
                        <a:spcBef>
                          <a:spcPts val="600"/>
                        </a:spcBef>
                        <a:spcAft>
                          <a:spcPts val="600"/>
                        </a:spcAft>
                      </a:pPr>
                      <a:r>
                        <a:rPr lang="en-US" sz="1200" b="1" dirty="0">
                          <a:effectLst/>
                          <a:latin typeface="Avenir Next LT Pro"/>
                        </a:rPr>
                        <a:t>Foundational D&amp;E + Steady State</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Feature development and enhancements (D&amp;E) + Flex team</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Monitoring </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Critical support</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SRE</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SLIs and SLOs</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Strategic advisory</a:t>
                      </a:r>
                      <a:endParaRPr lang="ru-RU" sz="1000" b="0" i="1" dirty="0">
                        <a:solidFill>
                          <a:schemeClr val="tx1"/>
                        </a:solidFill>
                        <a:effectLst/>
                        <a:latin typeface="Avenir Next LT Pro"/>
                      </a:endParaRP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Incident and Problem Management</a:t>
                      </a:r>
                    </a:p>
                  </a:txBody>
                  <a:tcPr marT="91440" marB="91440" anchor="ctr">
                    <a:noFill/>
                  </a:tcPr>
                </a:tc>
                <a:tc>
                  <a:txBody>
                    <a:bodyPr/>
                    <a:lstStyle/>
                    <a:p>
                      <a:pPr algn="ctr" fontAlgn="auto">
                        <a:spcBef>
                          <a:spcPts val="600"/>
                        </a:spcBef>
                        <a:spcAft>
                          <a:spcPts val="600"/>
                        </a:spcAft>
                      </a:pPr>
                      <a:r>
                        <a:rPr lang="en-US" sz="1200" dirty="0">
                          <a:effectLst/>
                          <a:latin typeface="Avenir Next LT Pro"/>
                        </a:rPr>
                        <a:t>12 mons.</a:t>
                      </a:r>
                    </a:p>
                  </a:txBody>
                  <a:tcPr marT="91440" marB="91440" anchor="ctr">
                    <a:noFill/>
                  </a:tcPr>
                </a:tc>
                <a:tc>
                  <a:txBody>
                    <a:bodyPr/>
                    <a:lstStyle/>
                    <a:p>
                      <a:pPr algn="ctr" fontAlgn="auto">
                        <a:spcBef>
                          <a:spcPts val="600"/>
                        </a:spcBef>
                        <a:spcAft>
                          <a:spcPts val="600"/>
                        </a:spcAft>
                      </a:pPr>
                      <a:r>
                        <a:rPr lang="en-US" sz="1200" b="0" i="0" u="none" strike="noStrike" cap="none" dirty="0">
                          <a:solidFill>
                            <a:schemeClr val="dk1"/>
                          </a:solidFill>
                          <a:effectLst/>
                          <a:latin typeface="Avenir Next LT Pro"/>
                          <a:ea typeface="+mn-ea"/>
                          <a:cs typeface="+mn-cs"/>
                          <a:sym typeface="Arial"/>
                        </a:rPr>
                        <a:t>$XXX</a:t>
                      </a:r>
                    </a:p>
                  </a:txBody>
                  <a:tcPr marT="91440" marB="91440" anchor="ctr">
                    <a:noFill/>
                  </a:tcPr>
                </a:tc>
                <a:extLst>
                  <a:ext uri="{0D108BD9-81ED-4DB2-BD59-A6C34878D82A}">
                    <a16:rowId xmlns:a16="http://schemas.microsoft.com/office/drawing/2014/main" val="1661704501"/>
                  </a:ext>
                </a:extLst>
              </a:tr>
              <a:tr h="1162447">
                <a:tc>
                  <a:txBody>
                    <a:bodyPr/>
                    <a:lstStyle/>
                    <a:p>
                      <a:pPr fontAlgn="auto">
                        <a:spcBef>
                          <a:spcPts val="600"/>
                        </a:spcBef>
                        <a:spcAft>
                          <a:spcPts val="600"/>
                        </a:spcAft>
                      </a:pPr>
                      <a:r>
                        <a:rPr lang="en-US" sz="1200" b="1" dirty="0">
                          <a:effectLst/>
                          <a:latin typeface="Avenir Next LT Pro"/>
                        </a:rPr>
                        <a:t>Accelerated D&amp;E + Steady State</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Foundational package +</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Major website enhancement delivery</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Major project delivery (1-2 a year: redesign, portals)</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Additional capabilities: data, analytics, AI, strategy, personalization, experimentation</a:t>
                      </a:r>
                    </a:p>
                    <a:p>
                      <a:pPr marL="287338" marR="0" lvl="1"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000" b="0" i="1" dirty="0">
                        <a:solidFill>
                          <a:schemeClr val="tx1"/>
                        </a:solidFill>
                        <a:effectLst/>
                        <a:latin typeface="Avenir Next LT Pro"/>
                      </a:endParaRPr>
                    </a:p>
                  </a:txBody>
                  <a:tcPr marT="91440" marB="91440" anchor="ctr">
                    <a:solidFill>
                      <a:schemeClr val="bg1">
                        <a:lumMod val="95000"/>
                      </a:schemeClr>
                    </a:solidFill>
                  </a:tcPr>
                </a:tc>
                <a:tc>
                  <a:txBody>
                    <a:bodyPr/>
                    <a:lstStyle/>
                    <a:p>
                      <a:pPr algn="ctr" fontAlgn="auto">
                        <a:spcBef>
                          <a:spcPts val="600"/>
                        </a:spcBef>
                        <a:spcAft>
                          <a:spcPts val="600"/>
                        </a:spcAft>
                      </a:pPr>
                      <a:r>
                        <a:rPr lang="en-US" sz="1200" dirty="0">
                          <a:effectLst/>
                          <a:latin typeface="Avenir Next LT Pro"/>
                        </a:rPr>
                        <a:t>12 mons.</a:t>
                      </a:r>
                    </a:p>
                  </a:txBody>
                  <a:tcPr marT="91440" marB="91440" anchor="ctr">
                    <a:solidFill>
                      <a:schemeClr val="bg1">
                        <a:lumMod val="95000"/>
                      </a:schemeClr>
                    </a:solidFill>
                  </a:tcPr>
                </a:tc>
                <a:tc>
                  <a:txBody>
                    <a:bodyPr/>
                    <a:lstStyle/>
                    <a:p>
                      <a:pPr algn="ctr" fontAlgn="auto">
                        <a:spcBef>
                          <a:spcPts val="600"/>
                        </a:spcBef>
                        <a:spcAft>
                          <a:spcPts val="600"/>
                        </a:spcAft>
                      </a:pPr>
                      <a:r>
                        <a:rPr lang="en-US" sz="1200" b="0" i="0" u="none" strike="noStrike" cap="none" dirty="0">
                          <a:solidFill>
                            <a:schemeClr val="dk1"/>
                          </a:solidFill>
                          <a:effectLst/>
                          <a:latin typeface="Avenir Next LT Pro"/>
                          <a:ea typeface="+mn-ea"/>
                          <a:cs typeface="+mn-cs"/>
                          <a:sym typeface="Arial"/>
                        </a:rPr>
                        <a:t>$XXX</a:t>
                      </a:r>
                    </a:p>
                  </a:txBody>
                  <a:tcPr marT="91440" marB="91440" anchor="ctr">
                    <a:solidFill>
                      <a:schemeClr val="bg1">
                        <a:lumMod val="95000"/>
                      </a:schemeClr>
                    </a:solidFill>
                  </a:tcPr>
                </a:tc>
                <a:extLst>
                  <a:ext uri="{0D108BD9-81ED-4DB2-BD59-A6C34878D82A}">
                    <a16:rowId xmlns:a16="http://schemas.microsoft.com/office/drawing/2014/main" val="1282101299"/>
                  </a:ext>
                </a:extLst>
              </a:tr>
              <a:tr h="1198125">
                <a:tc>
                  <a:txBody>
                    <a:bodyPr/>
                    <a:lstStyle/>
                    <a:p>
                      <a:pPr fontAlgn="auto">
                        <a:spcBef>
                          <a:spcPts val="600"/>
                        </a:spcBef>
                        <a:spcAft>
                          <a:spcPts val="600"/>
                        </a:spcAft>
                      </a:pPr>
                      <a:r>
                        <a:rPr lang="en-US" sz="1200" b="1" dirty="0">
                          <a:effectLst/>
                          <a:latin typeface="Avenir Next LT Pro"/>
                        </a:rPr>
                        <a:t>Transformational D&amp;E + Steady State</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Foundational package +</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Ongoing transformational projects (redesigns, new implementations, transformational change management)</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b="0" i="1" dirty="0">
                          <a:solidFill>
                            <a:schemeClr val="tx1"/>
                          </a:solidFill>
                          <a:effectLst/>
                          <a:latin typeface="Avenir Next LT Pro"/>
                        </a:rPr>
                        <a:t>Capabilities: data, analytics, data visualization, strategy, personalization, experimentation, AI, strategy, UX, creative, change management.</a:t>
                      </a:r>
                    </a:p>
                    <a:p>
                      <a:pPr marL="573088" marR="0" lvl="1"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00" b="0" i="1" dirty="0">
                        <a:solidFill>
                          <a:schemeClr val="tx1"/>
                        </a:solidFill>
                        <a:effectLst/>
                        <a:latin typeface="Avenir Next LT Pro"/>
                      </a:endParaRPr>
                    </a:p>
                  </a:txBody>
                  <a:tcPr marT="91440" marB="91440" anchor="ctr">
                    <a:lnB w="12700" cap="flat" cmpd="sng" algn="ctr">
                      <a:solidFill>
                        <a:schemeClr val="tx1"/>
                      </a:solidFill>
                      <a:prstDash val="solid"/>
                      <a:round/>
                      <a:headEnd type="none" w="med" len="med"/>
                      <a:tailEnd type="none" w="med" len="med"/>
                    </a:lnB>
                    <a:noFill/>
                  </a:tcPr>
                </a:tc>
                <a:tc>
                  <a:txBody>
                    <a:bodyPr/>
                    <a:lstStyle/>
                    <a:p>
                      <a:pPr algn="ctr" fontAlgn="auto">
                        <a:spcBef>
                          <a:spcPts val="600"/>
                        </a:spcBef>
                        <a:spcAft>
                          <a:spcPts val="600"/>
                        </a:spcAft>
                      </a:pPr>
                      <a:r>
                        <a:rPr lang="en-US" sz="1200" dirty="0">
                          <a:effectLst/>
                          <a:latin typeface="Avenir Next LT Pro"/>
                        </a:rPr>
                        <a:t>12 mons.</a:t>
                      </a:r>
                    </a:p>
                  </a:txBody>
                  <a:tcPr marT="91440" marB="91440" anchor="ctr">
                    <a:lnB w="12700" cap="flat" cmpd="sng" algn="ctr">
                      <a:solidFill>
                        <a:schemeClr val="tx1"/>
                      </a:solidFill>
                      <a:prstDash val="solid"/>
                      <a:round/>
                      <a:headEnd type="none" w="med" len="med"/>
                      <a:tailEnd type="none" w="med" len="med"/>
                    </a:lnB>
                    <a:noFill/>
                  </a:tcPr>
                </a:tc>
                <a:tc>
                  <a:txBody>
                    <a:bodyPr/>
                    <a:lstStyle/>
                    <a:p>
                      <a:pPr algn="ctr" fontAlgn="auto">
                        <a:spcBef>
                          <a:spcPts val="600"/>
                        </a:spcBef>
                        <a:spcAft>
                          <a:spcPts val="600"/>
                        </a:spcAft>
                      </a:pPr>
                      <a:r>
                        <a:rPr lang="en-US" sz="1200" b="0" i="0" u="none" strike="noStrike" cap="none" dirty="0">
                          <a:solidFill>
                            <a:schemeClr val="dk1"/>
                          </a:solidFill>
                          <a:effectLst/>
                          <a:latin typeface="Avenir Next LT Pro"/>
                          <a:ea typeface="+mn-ea"/>
                          <a:cs typeface="+mn-cs"/>
                          <a:sym typeface="Arial"/>
                        </a:rPr>
                        <a:t>$XXX</a:t>
                      </a:r>
                    </a:p>
                  </a:txBody>
                  <a:tcPr marT="91440" marB="9144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3529647"/>
                  </a:ext>
                </a:extLst>
              </a:tr>
            </a:tbl>
          </a:graphicData>
        </a:graphic>
      </p:graphicFrame>
      <p:sp>
        <p:nvSpPr>
          <p:cNvPr id="5" name="Google Shape;846;p11">
            <a:extLst>
              <a:ext uri="{FF2B5EF4-FFF2-40B4-BE49-F238E27FC236}">
                <a16:creationId xmlns:a16="http://schemas.microsoft.com/office/drawing/2014/main" id="{DCEE52A2-5BF0-09C7-5D6B-D7CC13C41B79}"/>
              </a:ext>
            </a:extLst>
          </p:cNvPr>
          <p:cNvSpPr txBox="1"/>
          <p:nvPr/>
        </p:nvSpPr>
        <p:spPr>
          <a:xfrm>
            <a:off x="382073" y="326044"/>
            <a:ext cx="9050685" cy="369332"/>
          </a:xfrm>
          <a:prstGeom prst="rect">
            <a:avLst/>
          </a:prstGeom>
          <a:noFill/>
          <a:ln>
            <a:noFill/>
          </a:ln>
        </p:spPr>
        <p:txBody>
          <a:bodyPr spcFirstLastPara="1" wrap="square" lIns="0" tIns="0" rIns="0" bIns="0" anchor="ctr" anchorCtr="0">
            <a:spAutoFit/>
          </a:bodyPr>
          <a:lstStyle/>
          <a:p>
            <a:r>
              <a:rPr lang="en-US" sz="2400" b="1" dirty="0">
                <a:latin typeface="+mj-lt"/>
                <a:ea typeface="Avenir"/>
                <a:cs typeface="Arial" panose="020B0604020202020204" pitchFamily="34" charset="0"/>
                <a:sym typeface="Avenir"/>
              </a:rPr>
              <a:t>Our Managed Services packages based on business goals</a:t>
            </a:r>
            <a:endParaRPr lang="en-US" dirty="0">
              <a:latin typeface="+mj-lt"/>
            </a:endParaRPr>
          </a:p>
        </p:txBody>
      </p:sp>
      <p:pic>
        <p:nvPicPr>
          <p:cNvPr id="6" name="Picture 5">
            <a:extLst>
              <a:ext uri="{FF2B5EF4-FFF2-40B4-BE49-F238E27FC236}">
                <a16:creationId xmlns:a16="http://schemas.microsoft.com/office/drawing/2014/main" id="{F180C198-1959-9406-DDFA-41996F020F81}"/>
              </a:ext>
            </a:extLst>
          </p:cNvPr>
          <p:cNvPicPr>
            <a:picLocks noChangeAspect="1"/>
          </p:cNvPicPr>
          <p:nvPr/>
        </p:nvPicPr>
        <p:blipFill>
          <a:blip r:embed="rId3"/>
          <a:stretch>
            <a:fillRect/>
          </a:stretch>
        </p:blipFill>
        <p:spPr>
          <a:xfrm>
            <a:off x="324614" y="6286246"/>
            <a:ext cx="873872" cy="315797"/>
          </a:xfrm>
          <a:prstGeom prst="rect">
            <a:avLst/>
          </a:prstGeom>
        </p:spPr>
      </p:pic>
      <p:sp>
        <p:nvSpPr>
          <p:cNvPr id="9" name="TextBox 8">
            <a:extLst>
              <a:ext uri="{FF2B5EF4-FFF2-40B4-BE49-F238E27FC236}">
                <a16:creationId xmlns:a16="http://schemas.microsoft.com/office/drawing/2014/main" id="{DB6943D8-AE05-185B-CBD7-F0F5A0BE3255}"/>
              </a:ext>
            </a:extLst>
          </p:cNvPr>
          <p:cNvSpPr txBox="1"/>
          <p:nvPr/>
        </p:nvSpPr>
        <p:spPr>
          <a:xfrm>
            <a:off x="1329099" y="6213311"/>
            <a:ext cx="6607896"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800" dirty="0">
                <a:latin typeface="Avenir Next LT Pro" panose="020B0504020202020204" pitchFamily="34" charset="0"/>
              </a:rPr>
              <a:t>The quote is given as a fixed bid.</a:t>
            </a:r>
          </a:p>
          <a:p>
            <a:pPr marL="171450" indent="-171450">
              <a:buFont typeface="Arial" panose="020B0604020202020204" pitchFamily="34" charset="0"/>
              <a:buChar char="•"/>
            </a:pPr>
            <a:r>
              <a:rPr lang="en-US" sz="800" dirty="0">
                <a:latin typeface="Avenir Next LT Pro" panose="020B0504020202020204" pitchFamily="34" charset="0"/>
              </a:rPr>
              <a:t>Excludes T&amp;E expenses if any.</a:t>
            </a:r>
          </a:p>
          <a:p>
            <a:pPr marL="171450" indent="-171450">
              <a:buFont typeface="Arial" panose="020B0604020202020204" pitchFamily="34" charset="0"/>
              <a:buChar char="•"/>
            </a:pPr>
            <a:r>
              <a:rPr lang="en-US" sz="800" dirty="0">
                <a:latin typeface="Avenir Next LT Pro"/>
              </a:rPr>
              <a:t>Quote is valid till 12/19/2025.</a:t>
            </a:r>
          </a:p>
        </p:txBody>
      </p:sp>
    </p:spTree>
    <p:extLst>
      <p:ext uri="{BB962C8B-B14F-4D97-AF65-F5344CB8AC3E}">
        <p14:creationId xmlns:p14="http://schemas.microsoft.com/office/powerpoint/2010/main" val="1512993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C257-5B52-D73A-1932-842E34BA5F9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971CA7E-1743-5325-26C4-746EDE861E2C}"/>
              </a:ext>
            </a:extLst>
          </p:cNvPr>
          <p:cNvSpPr/>
          <p:nvPr/>
        </p:nvSpPr>
        <p:spPr>
          <a:xfrm>
            <a:off x="4008671" y="0"/>
            <a:ext cx="6881691" cy="6858000"/>
          </a:xfrm>
          <a:prstGeom prst="rect">
            <a:avLst/>
          </a:prstGeom>
          <a:gradFill>
            <a:gsLst>
              <a:gs pos="0">
                <a:srgbClr val="2E2E2D">
                  <a:alpha val="0"/>
                </a:srgbClr>
              </a:gs>
              <a:gs pos="70000">
                <a:srgbClr val="2E2E2E">
                  <a:alpha val="89000"/>
                </a:srgbClr>
              </a:gs>
              <a:gs pos="100000">
                <a:srgbClr val="2E2E2E"/>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Medium" panose="020B0503020202020204" pitchFamily="34" charset="0"/>
              <a:ea typeface="+mn-ea"/>
              <a:cs typeface="+mn-cs"/>
              <a:sym typeface="Arial"/>
            </a:endParaRPr>
          </a:p>
        </p:txBody>
      </p:sp>
      <p:sp>
        <p:nvSpPr>
          <p:cNvPr id="11" name="Title 10">
            <a:extLst>
              <a:ext uri="{FF2B5EF4-FFF2-40B4-BE49-F238E27FC236}">
                <a16:creationId xmlns:a16="http://schemas.microsoft.com/office/drawing/2014/main" id="{70F6FE63-9030-8666-C4C5-60A280CD6248}"/>
              </a:ext>
            </a:extLst>
          </p:cNvPr>
          <p:cNvSpPr>
            <a:spLocks noGrp="1"/>
          </p:cNvSpPr>
          <p:nvPr>
            <p:ph type="ctrTitle"/>
          </p:nvPr>
        </p:nvSpPr>
        <p:spPr>
          <a:xfrm>
            <a:off x="696829" y="2536105"/>
            <a:ext cx="8382404" cy="2473217"/>
          </a:xfrm>
        </p:spPr>
        <p:txBody>
          <a:bodyPr anchor="t">
            <a:normAutofit fontScale="90000"/>
          </a:bodyPr>
          <a:lstStyle/>
          <a:p>
            <a:r>
              <a:rPr lang="en-US" sz="6000" dirty="0">
                <a:latin typeface="Avenir Next LT Pro"/>
              </a:rPr>
              <a:t>Let’s create remarkable digital solutions!</a:t>
            </a:r>
            <a:endParaRPr lang="en-US" sz="8000" b="0" dirty="0">
              <a:solidFill>
                <a:schemeClr val="bg1"/>
              </a:solidFill>
              <a:latin typeface="Avenir Next LT Pro"/>
            </a:endParaRPr>
          </a:p>
        </p:txBody>
      </p:sp>
      <p:pic>
        <p:nvPicPr>
          <p:cNvPr id="2" name="Picture 1" descr="A black and white logo&#10;&#10;Description automatically generated">
            <a:extLst>
              <a:ext uri="{FF2B5EF4-FFF2-40B4-BE49-F238E27FC236}">
                <a16:creationId xmlns:a16="http://schemas.microsoft.com/office/drawing/2014/main" id="{A4CB8CCF-A096-EEB3-595B-D7900192EA61}"/>
              </a:ext>
            </a:extLst>
          </p:cNvPr>
          <p:cNvPicPr>
            <a:picLocks noChangeAspect="1"/>
          </p:cNvPicPr>
          <p:nvPr/>
        </p:nvPicPr>
        <p:blipFill>
          <a:blip r:embed="rId3">
            <a:lum bright="70000" contrast="-70000"/>
          </a:blip>
          <a:stretch>
            <a:fillRect/>
          </a:stretch>
        </p:blipFill>
        <p:spPr>
          <a:xfrm>
            <a:off x="10156540" y="453878"/>
            <a:ext cx="1467643" cy="377394"/>
          </a:xfrm>
          <a:prstGeom prst="rect">
            <a:avLst/>
          </a:prstGeom>
        </p:spPr>
      </p:pic>
    </p:spTree>
    <p:extLst>
      <p:ext uri="{BB962C8B-B14F-4D97-AF65-F5344CB8AC3E}">
        <p14:creationId xmlns:p14="http://schemas.microsoft.com/office/powerpoint/2010/main" val="1008623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ltudo">
      <a:majorFont>
        <a:latin typeface="Avenir Black"/>
        <a:ea typeface=""/>
        <a:cs typeface=""/>
      </a:majorFont>
      <a:minorFont>
        <a:latin typeface="Avenir LT Pro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tudo_deck_template" id="{728DF97A-3F23-0B48-BE6A-E2B919B5627B}" vid="{437630E6-CA04-3A44-9CB1-CE47D8F34CB1}"/>
    </a:ext>
  </a:extLst>
</a:theme>
</file>

<file path=ppt/theme/theme3.xml><?xml version="1.0" encoding="utf-8"?>
<a:theme xmlns:a="http://schemas.openxmlformats.org/drawingml/2006/main" name="2_Office Theme">
  <a:themeElements>
    <a:clrScheme name="Custom 83">
      <a:dk1>
        <a:srgbClr val="000000"/>
      </a:dk1>
      <a:lt1>
        <a:srgbClr val="FFFFFF"/>
      </a:lt1>
      <a:dk2>
        <a:srgbClr val="44546A"/>
      </a:dk2>
      <a:lt2>
        <a:srgbClr val="E7E6E6"/>
      </a:lt2>
      <a:accent1>
        <a:srgbClr val="024873"/>
      </a:accent1>
      <a:accent2>
        <a:srgbClr val="03658C"/>
      </a:accent2>
      <a:accent3>
        <a:srgbClr val="0388A6"/>
      </a:accent3>
      <a:accent4>
        <a:srgbClr val="04ADBF"/>
      </a:accent4>
      <a:accent5>
        <a:srgbClr val="5B9BD5"/>
      </a:accent5>
      <a:accent6>
        <a:srgbClr val="04D9D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36FA470BECB4083293D2F084AD4B6" ma:contentTypeVersion="12" ma:contentTypeDescription="Create a new document." ma:contentTypeScope="" ma:versionID="3a03dde3503d1f957efd27e995390edd">
  <xsd:schema xmlns:xsd="http://www.w3.org/2001/XMLSchema" xmlns:xs="http://www.w3.org/2001/XMLSchema" xmlns:p="http://schemas.microsoft.com/office/2006/metadata/properties" xmlns:ns2="a27b790e-ba61-4ef6-a92b-1fcc51ae1f41" xmlns:ns3="3c5961ed-0fc2-4553-879e-694c4022df27" targetNamespace="http://schemas.microsoft.com/office/2006/metadata/properties" ma:root="true" ma:fieldsID="5b59fbc1f5e2b1f351e413395c0f149c" ns2:_="" ns3:_="">
    <xsd:import namespace="a27b790e-ba61-4ef6-a92b-1fcc51ae1f41"/>
    <xsd:import namespace="3c5961ed-0fc2-4553-879e-694c4022df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7b790e-ba61-4ef6-a92b-1fcc51ae1f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0d4cd8a-2905-4d15-b5b4-87828886c5d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5961ed-0fc2-4553-879e-694c4022df2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e66e3ea-fa9a-4009-8201-a166ee6a5fea}" ma:internalName="TaxCatchAll" ma:showField="CatchAllData" ma:web="3c5961ed-0fc2-4553-879e-694c4022df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c5961ed-0fc2-4553-879e-694c4022df27" xsi:nil="true"/>
    <lcf76f155ced4ddcb4097134ff3c332f xmlns="a27b790e-ba61-4ef6-a92b-1fcc51ae1f4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E5AA1F5-264F-4479-86B3-4FDE66D0AE73}">
  <ds:schemaRefs>
    <ds:schemaRef ds:uri="http://schemas.microsoft.com/sharepoint/v3/contenttype/forms"/>
  </ds:schemaRefs>
</ds:datastoreItem>
</file>

<file path=customXml/itemProps2.xml><?xml version="1.0" encoding="utf-8"?>
<ds:datastoreItem xmlns:ds="http://schemas.openxmlformats.org/officeDocument/2006/customXml" ds:itemID="{C9CDF9A6-C224-47D3-BD12-6917B2526A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7b790e-ba61-4ef6-a92b-1fcc51ae1f41"/>
    <ds:schemaRef ds:uri="3c5961ed-0fc2-4553-879e-694c4022df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248AF62-8CA1-4DF8-A114-091B2DFA1CF6}">
  <ds:schemaRefs>
    <ds:schemaRef ds:uri="http://purl.org/dc/dcmitype/"/>
    <ds:schemaRef ds:uri="http://schemas.microsoft.com/office/2006/metadata/properties"/>
    <ds:schemaRef ds:uri="3c5961ed-0fc2-4553-879e-694c4022df27"/>
    <ds:schemaRef ds:uri="http://schemas.openxmlformats.org/package/2006/metadata/core-properties"/>
    <ds:schemaRef ds:uri="http://schemas.microsoft.com/office/infopath/2007/PartnerControls"/>
    <ds:schemaRef ds:uri="http://www.w3.org/XML/1998/namespace"/>
    <ds:schemaRef ds:uri="http://purl.org/dc/terms/"/>
    <ds:schemaRef ds:uri="http://purl.org/dc/elements/1.1/"/>
    <ds:schemaRef ds:uri="http://schemas.microsoft.com/office/2006/documentManagement/types"/>
    <ds:schemaRef ds:uri="a27b790e-ba61-4ef6-a92b-1fcc51ae1f41"/>
  </ds:schemaRefs>
</ds:datastoreItem>
</file>

<file path=docProps/app.xml><?xml version="1.0" encoding="utf-8"?>
<Properties xmlns="http://schemas.openxmlformats.org/officeDocument/2006/extended-properties" xmlns:vt="http://schemas.openxmlformats.org/officeDocument/2006/docPropsVTypes">
  <TotalTime>1297</TotalTime>
  <Words>2325</Words>
  <Application>Microsoft Office PowerPoint</Application>
  <PresentationFormat>Widescreen</PresentationFormat>
  <Paragraphs>504</Paragraphs>
  <Slides>21</Slides>
  <Notes>16</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0</vt:i4>
      </vt:variant>
      <vt:variant>
        <vt:lpstr>Slide Titles</vt:lpstr>
      </vt:variant>
      <vt:variant>
        <vt:i4>21</vt:i4>
      </vt:variant>
    </vt:vector>
  </HeadingPairs>
  <TitlesOfParts>
    <vt:vector size="38" baseType="lpstr">
      <vt:lpstr>Aptos</vt:lpstr>
      <vt:lpstr>Arial</vt:lpstr>
      <vt:lpstr>Array</vt:lpstr>
      <vt:lpstr>Array Semibold</vt:lpstr>
      <vt:lpstr>Avenir</vt:lpstr>
      <vt:lpstr>Avenir Next LT Pro</vt:lpstr>
      <vt:lpstr>Avenir Next Medium</vt:lpstr>
      <vt:lpstr>Calibri</vt:lpstr>
      <vt:lpstr>Calibri Light</vt:lpstr>
      <vt:lpstr>Helvetica Neue</vt:lpstr>
      <vt:lpstr>Lato</vt:lpstr>
      <vt:lpstr>Poppins</vt:lpstr>
      <vt:lpstr>Quattrocento Sans</vt:lpstr>
      <vt:lpstr>Sans Serif Collection</vt:lpstr>
      <vt:lpstr>Office Theme</vt:lpstr>
      <vt:lpstr>1_Office Theme</vt:lpstr>
      <vt:lpstr>2_Office Theme</vt:lpstr>
      <vt:lpstr>XP to XM Cloud Migration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team, investment summary</vt:lpstr>
      <vt:lpstr>PowerPoint Presentation</vt:lpstr>
      <vt:lpstr>PowerPoint Presentation</vt:lpstr>
      <vt:lpstr>PowerPoint Presentation</vt:lpstr>
      <vt:lpstr>PowerPoint Presentation</vt:lpstr>
      <vt:lpstr>PowerPoint Presentation</vt:lpstr>
      <vt:lpstr>Let’s create remarkable digital solutions!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paolo sutter</dc:creator>
  <cp:lastModifiedBy>Pavels Semencuks</cp:lastModifiedBy>
  <cp:revision>4</cp:revision>
  <dcterms:created xsi:type="dcterms:W3CDTF">2019-02-11T08:46:44Z</dcterms:created>
  <dcterms:modified xsi:type="dcterms:W3CDTF">2026-02-19T10:59:05Z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0x0101009B036FA470BECB4083293D2F084AD4B6</vt:lpwstr>
  </property>
  <property fmtid="{D5CDD505-2E9C-101B-9397-08002B2CF9AE}" pid="3" name="MediaServiceImageTags">
    <vt:lpwstr/>
  </property>
</Properties>
</file>